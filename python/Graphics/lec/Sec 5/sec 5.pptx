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5" r:id="rId5"/>
    <p:sldId id="258" r:id="rId6"/>
    <p:sldId id="344" r:id="rId7"/>
    <p:sldId id="345" r:id="rId8"/>
    <p:sldId id="346" r:id="rId9"/>
    <p:sldId id="343" r:id="rId10"/>
    <p:sldId id="264" r:id="rId11"/>
    <p:sldId id="341" r:id="rId12"/>
    <p:sldId id="342" r:id="rId13"/>
    <p:sldId id="34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0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Computer Graphics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Rewan </a:t>
            </a:r>
            <a:r>
              <a:rPr lang="en-US" dirty="0" err="1"/>
              <a:t>deabes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Turtle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 :-</a:t>
            </a:r>
          </a:p>
        </p:txBody>
      </p:sp>
      <p:pic>
        <p:nvPicPr>
          <p:cNvPr id="4098" name="Picture 2" descr="Turtle Spirals | Learn Python with HolyPython.com">
            <a:extLst>
              <a:ext uri="{FF2B5EF4-FFF2-40B4-BE49-F238E27FC236}">
                <a16:creationId xmlns:a16="http://schemas.microsoft.com/office/drawing/2014/main" id="{138FC5AC-2C72-43FB-9798-199CF0F2A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158" y="447261"/>
            <a:ext cx="7092674" cy="596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795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2</a:t>
            </a:r>
            <a:r>
              <a:rPr lang="en-US" dirty="0"/>
              <a:t> :-</a:t>
            </a:r>
          </a:p>
        </p:txBody>
      </p:sp>
      <p:pic>
        <p:nvPicPr>
          <p:cNvPr id="5122" name="Picture 2" descr="Turtle graphics - Wikipedia">
            <a:extLst>
              <a:ext uri="{FF2B5EF4-FFF2-40B4-BE49-F238E27FC236}">
                <a16:creationId xmlns:a16="http://schemas.microsoft.com/office/drawing/2014/main" id="{86A0E8C8-8E58-4C52-8B56-2B9F7B790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206" y="147844"/>
            <a:ext cx="6944968" cy="637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767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3</a:t>
            </a:r>
            <a:r>
              <a:rPr lang="en-US" dirty="0"/>
              <a:t> :-</a:t>
            </a:r>
          </a:p>
        </p:txBody>
      </p:sp>
      <p:pic>
        <p:nvPicPr>
          <p:cNvPr id="6146" name="Picture 2" descr="Simple Python Turtle Graphic and Code: Overlapping Circles - YouTube">
            <a:extLst>
              <a:ext uri="{FF2B5EF4-FFF2-40B4-BE49-F238E27FC236}">
                <a16:creationId xmlns:a16="http://schemas.microsoft.com/office/drawing/2014/main" id="{9E8878B9-71C4-4AD8-A31B-02650162E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04" y="230256"/>
            <a:ext cx="7129668" cy="639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18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4</a:t>
            </a:r>
            <a:r>
              <a:rPr lang="en-US" dirty="0"/>
              <a:t> :-</a:t>
            </a:r>
          </a:p>
        </p:txBody>
      </p:sp>
      <p:pic>
        <p:nvPicPr>
          <p:cNvPr id="3074" name="Picture 2" descr="Rotated Squares">
            <a:extLst>
              <a:ext uri="{FF2B5EF4-FFF2-40B4-BE49-F238E27FC236}">
                <a16:creationId xmlns:a16="http://schemas.microsoft.com/office/drawing/2014/main" id="{4FACBCE6-C9C8-45BD-877F-15D15BB80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493" y="372551"/>
            <a:ext cx="6112898" cy="611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70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5</a:t>
            </a:r>
            <a:r>
              <a:rPr lang="en-US" dirty="0"/>
              <a:t> 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8E9A3-F860-4492-853E-BE0A4A1241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058" y="310736"/>
            <a:ext cx="6651099" cy="599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6</a:t>
            </a:r>
            <a:r>
              <a:rPr lang="en-US" dirty="0"/>
              <a:t> :-</a:t>
            </a:r>
          </a:p>
        </p:txBody>
      </p:sp>
      <p:pic>
        <p:nvPicPr>
          <p:cNvPr id="1026" name="Picture 2" descr="Dynamic Spirals in Python with Turtle Graphics | Level Up Coding">
            <a:extLst>
              <a:ext uri="{FF2B5EF4-FFF2-40B4-BE49-F238E27FC236}">
                <a16:creationId xmlns:a16="http://schemas.microsoft.com/office/drawing/2014/main" id="{8C71B730-DF9B-41AF-940B-40B65EC8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429" y="118742"/>
            <a:ext cx="6241980" cy="662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30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Question </a:t>
            </a:r>
            <a:r>
              <a:rPr lang="en-US" dirty="0">
                <a:solidFill>
                  <a:srgbClr val="C00000"/>
                </a:solidFill>
              </a:rPr>
              <a:t>7</a:t>
            </a:r>
            <a:r>
              <a:rPr lang="en-US" dirty="0"/>
              <a:t> :-</a:t>
            </a:r>
          </a:p>
        </p:txBody>
      </p:sp>
      <p:pic>
        <p:nvPicPr>
          <p:cNvPr id="2050" name="Picture 2" descr="Graphics with Python Turtle by After School Brilliance | TPT">
            <a:extLst>
              <a:ext uri="{FF2B5EF4-FFF2-40B4-BE49-F238E27FC236}">
                <a16:creationId xmlns:a16="http://schemas.microsoft.com/office/drawing/2014/main" id="{87B3FA3D-E06E-4175-83E3-B00F1E232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001" y="0"/>
            <a:ext cx="6754467" cy="652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581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{B8849574-4148-44A9-A1C7-98943A1598B6}tf67061901_win32</Template>
  <TotalTime>12</TotalTime>
  <Words>28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Daytona Condensed Light</vt:lpstr>
      <vt:lpstr>Posterama</vt:lpstr>
      <vt:lpstr>Custom</vt:lpstr>
      <vt:lpstr>Computer Graphics</vt:lpstr>
      <vt:lpstr>Turtle</vt:lpstr>
      <vt:lpstr>Question 1 :-</vt:lpstr>
      <vt:lpstr>Question 2 :-</vt:lpstr>
      <vt:lpstr>Question 3 :-</vt:lpstr>
      <vt:lpstr>Question 4 :-</vt:lpstr>
      <vt:lpstr>Question 5 :-</vt:lpstr>
      <vt:lpstr>Question 6 :-</vt:lpstr>
      <vt:lpstr>Question 7 :-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Rewan Deabes</dc:creator>
  <cp:lastModifiedBy>Rewan Deabes</cp:lastModifiedBy>
  <cp:revision>1</cp:revision>
  <dcterms:created xsi:type="dcterms:W3CDTF">2025-03-08T22:08:50Z</dcterms:created>
  <dcterms:modified xsi:type="dcterms:W3CDTF">2025-03-08T22:21:09Z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