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93" r:id="rId5"/>
    <p:sldId id="294" r:id="rId6"/>
    <p:sldId id="292" r:id="rId7"/>
    <p:sldId id="296" r:id="rId8"/>
    <p:sldId id="295" r:id="rId9"/>
    <p:sldId id="277" r:id="rId10"/>
    <p:sldId id="258" r:id="rId11"/>
    <p:sldId id="290" r:id="rId12"/>
    <p:sldId id="264" r:id="rId13"/>
    <p:sldId id="297" r:id="rId14"/>
    <p:sldId id="291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E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FD3345-F972-4B2F-A647-0293C0C4F947}" v="53" dt="2025-03-22T19:01:57.661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4" autoAdjust="0"/>
  </p:normalViewPr>
  <p:slideViewPr>
    <p:cSldViewPr snapToGrid="0">
      <p:cViewPr varScale="1">
        <p:scale>
          <a:sx n="77" d="100"/>
          <a:sy n="77" d="100"/>
        </p:scale>
        <p:origin x="912" y="67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r magdy" userId="666e5883c08355ea" providerId="LiveId" clId="{2BFD3345-F972-4B2F-A647-0293C0C4F947}"/>
    <pc:docChg chg="undo custSel addSld delSld modSld">
      <pc:chgData name="sahar magdy" userId="666e5883c08355ea" providerId="LiveId" clId="{2BFD3345-F972-4B2F-A647-0293C0C4F947}" dt="2025-03-22T19:09:36.988" v="545" actId="14100"/>
      <pc:docMkLst>
        <pc:docMk/>
      </pc:docMkLst>
      <pc:sldChg chg="addSp delSp modSp mod">
        <pc:chgData name="sahar magdy" userId="666e5883c08355ea" providerId="LiveId" clId="{2BFD3345-F972-4B2F-A647-0293C0C4F947}" dt="2025-03-22T18:05:15.941" v="242" actId="14100"/>
        <pc:sldMkLst>
          <pc:docMk/>
          <pc:sldMk cId="707789176" sldId="258"/>
        </pc:sldMkLst>
        <pc:spChg chg="del">
          <ac:chgData name="sahar magdy" userId="666e5883c08355ea" providerId="LiveId" clId="{2BFD3345-F972-4B2F-A647-0293C0C4F947}" dt="2025-03-22T18:02:17.722" v="227" actId="478"/>
          <ac:spMkLst>
            <pc:docMk/>
            <pc:sldMk cId="707789176" sldId="258"/>
            <ac:spMk id="2" creationId="{A29DE7F2-E890-4744-88DD-A75F5E300513}"/>
          </ac:spMkLst>
        </pc:spChg>
        <pc:spChg chg="add del mod">
          <ac:chgData name="sahar magdy" userId="666e5883c08355ea" providerId="LiveId" clId="{2BFD3345-F972-4B2F-A647-0293C0C4F947}" dt="2025-03-22T18:02:19.384" v="228" actId="478"/>
          <ac:spMkLst>
            <pc:docMk/>
            <pc:sldMk cId="707789176" sldId="258"/>
            <ac:spMk id="4" creationId="{AB4E6D06-57FC-949D-1B3F-3A50C7199856}"/>
          </ac:spMkLst>
        </pc:spChg>
        <pc:picChg chg="add del mod">
          <ac:chgData name="sahar magdy" userId="666e5883c08355ea" providerId="LiveId" clId="{2BFD3345-F972-4B2F-A647-0293C0C4F947}" dt="2025-03-22T18:04:53.622" v="236" actId="478"/>
          <ac:picMkLst>
            <pc:docMk/>
            <pc:sldMk cId="707789176" sldId="258"/>
            <ac:picMk id="6" creationId="{735BDEDA-B11A-20E5-2D10-FDE1ED8EAB8D}"/>
          </ac:picMkLst>
        </pc:picChg>
        <pc:picChg chg="add mod">
          <ac:chgData name="sahar magdy" userId="666e5883c08355ea" providerId="LiveId" clId="{2BFD3345-F972-4B2F-A647-0293C0C4F947}" dt="2025-03-22T18:05:15.941" v="242" actId="14100"/>
          <ac:picMkLst>
            <pc:docMk/>
            <pc:sldMk cId="707789176" sldId="258"/>
            <ac:picMk id="8" creationId="{8FFEDBAB-C382-0FB6-CC91-51816C982FAC}"/>
          </ac:picMkLst>
        </pc:picChg>
      </pc:sldChg>
      <pc:sldChg chg="del">
        <pc:chgData name="sahar magdy" userId="666e5883c08355ea" providerId="LiveId" clId="{2BFD3345-F972-4B2F-A647-0293C0C4F947}" dt="2025-03-22T18:25:46.387" v="275" actId="47"/>
        <pc:sldMkLst>
          <pc:docMk/>
          <pc:sldMk cId="566997565" sldId="260"/>
        </pc:sldMkLst>
      </pc:sldChg>
      <pc:sldChg chg="del">
        <pc:chgData name="sahar magdy" userId="666e5883c08355ea" providerId="LiveId" clId="{2BFD3345-F972-4B2F-A647-0293C0C4F947}" dt="2025-03-22T18:25:42.973" v="273" actId="47"/>
        <pc:sldMkLst>
          <pc:docMk/>
          <pc:sldMk cId="1593920805" sldId="262"/>
        </pc:sldMkLst>
      </pc:sldChg>
      <pc:sldChg chg="addSp delSp modSp mod">
        <pc:chgData name="sahar magdy" userId="666e5883c08355ea" providerId="LiveId" clId="{2BFD3345-F972-4B2F-A647-0293C0C4F947}" dt="2025-03-22T18:14:32.692" v="263" actId="14100"/>
        <pc:sldMkLst>
          <pc:docMk/>
          <pc:sldMk cId="1346372204" sldId="264"/>
        </pc:sldMkLst>
        <pc:spChg chg="del">
          <ac:chgData name="sahar magdy" userId="666e5883c08355ea" providerId="LiveId" clId="{2BFD3345-F972-4B2F-A647-0293C0C4F947}" dt="2025-03-22T18:12:43.257" v="255" actId="478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sahar magdy" userId="666e5883c08355ea" providerId="LiveId" clId="{2BFD3345-F972-4B2F-A647-0293C0C4F947}" dt="2025-03-22T18:12:38.495" v="253" actId="478"/>
          <ac:spMkLst>
            <pc:docMk/>
            <pc:sldMk cId="1346372204" sldId="264"/>
            <ac:spMk id="3" creationId="{033634FE-ADF0-4BC3-A0A9-447EA9DD096B}"/>
          </ac:spMkLst>
        </pc:spChg>
        <pc:spChg chg="add del mod">
          <ac:chgData name="sahar magdy" userId="666e5883c08355ea" providerId="LiveId" clId="{2BFD3345-F972-4B2F-A647-0293C0C4F947}" dt="2025-03-22T18:12:40.214" v="254" actId="478"/>
          <ac:spMkLst>
            <pc:docMk/>
            <pc:sldMk cId="1346372204" sldId="264"/>
            <ac:spMk id="5" creationId="{9A852257-F7DE-7C2E-7E12-50C41B54E057}"/>
          </ac:spMkLst>
        </pc:spChg>
        <pc:spChg chg="add del mod">
          <ac:chgData name="sahar magdy" userId="666e5883c08355ea" providerId="LiveId" clId="{2BFD3345-F972-4B2F-A647-0293C0C4F947}" dt="2025-03-22T18:12:44.447" v="256" actId="478"/>
          <ac:spMkLst>
            <pc:docMk/>
            <pc:sldMk cId="1346372204" sldId="264"/>
            <ac:spMk id="8" creationId="{9287B30F-C7BC-3AF8-8F9E-67504E9D1347}"/>
          </ac:spMkLst>
        </pc:spChg>
        <pc:picChg chg="add mod">
          <ac:chgData name="sahar magdy" userId="666e5883c08355ea" providerId="LiveId" clId="{2BFD3345-F972-4B2F-A647-0293C0C4F947}" dt="2025-03-22T18:14:32.692" v="263" actId="14100"/>
          <ac:picMkLst>
            <pc:docMk/>
            <pc:sldMk cId="1346372204" sldId="264"/>
            <ac:picMk id="10" creationId="{2AC58F75-AC64-221C-9972-58334078C7F0}"/>
          </ac:picMkLst>
        </pc:picChg>
      </pc:sldChg>
      <pc:sldChg chg="addSp delSp modSp del mod">
        <pc:chgData name="sahar magdy" userId="666e5883c08355ea" providerId="LiveId" clId="{2BFD3345-F972-4B2F-A647-0293C0C4F947}" dt="2025-03-22T19:02:16.910" v="529" actId="47"/>
        <pc:sldMkLst>
          <pc:docMk/>
          <pc:sldMk cId="4151694508" sldId="268"/>
        </pc:sldMkLst>
        <pc:spChg chg="add mod">
          <ac:chgData name="sahar magdy" userId="666e5883c08355ea" providerId="LiveId" clId="{2BFD3345-F972-4B2F-A647-0293C0C4F947}" dt="2025-03-22T18:26:24.729" v="284" actId="478"/>
          <ac:spMkLst>
            <pc:docMk/>
            <pc:sldMk cId="4151694508" sldId="268"/>
            <ac:spMk id="3" creationId="{34F06706-BC9B-05B7-7687-D98A8843341E}"/>
          </ac:spMkLst>
        </pc:spChg>
        <pc:spChg chg="del">
          <ac:chgData name="sahar magdy" userId="666e5883c08355ea" providerId="LiveId" clId="{2BFD3345-F972-4B2F-A647-0293C0C4F947}" dt="2025-03-22T18:26:33.653" v="286" actId="478"/>
          <ac:spMkLst>
            <pc:docMk/>
            <pc:sldMk cId="4151694508" sldId="268"/>
            <ac:spMk id="4" creationId="{FAD2AE59-5630-4D5C-83A9-4CDEF4D7DCFB}"/>
          </ac:spMkLst>
        </pc:spChg>
        <pc:spChg chg="del">
          <ac:chgData name="sahar magdy" userId="666e5883c08355ea" providerId="LiveId" clId="{2BFD3345-F972-4B2F-A647-0293C0C4F947}" dt="2025-03-22T18:26:24.729" v="284" actId="478"/>
          <ac:spMkLst>
            <pc:docMk/>
            <pc:sldMk cId="4151694508" sldId="268"/>
            <ac:spMk id="6" creationId="{5A6B31B0-7B84-475D-961F-09C0191F91A2}"/>
          </ac:spMkLst>
        </pc:spChg>
        <pc:spChg chg="del">
          <ac:chgData name="sahar magdy" userId="666e5883c08355ea" providerId="LiveId" clId="{2BFD3345-F972-4B2F-A647-0293C0C4F947}" dt="2025-03-22T18:26:30.497" v="285" actId="478"/>
          <ac:spMkLst>
            <pc:docMk/>
            <pc:sldMk cId="4151694508" sldId="268"/>
            <ac:spMk id="8" creationId="{813F3455-E568-40C9-9F4D-8C89F4CD95F8}"/>
          </ac:spMkLst>
        </pc:spChg>
        <pc:spChg chg="add mod">
          <ac:chgData name="sahar magdy" userId="666e5883c08355ea" providerId="LiveId" clId="{2BFD3345-F972-4B2F-A647-0293C0C4F947}" dt="2025-03-22T18:26:30.497" v="285" actId="478"/>
          <ac:spMkLst>
            <pc:docMk/>
            <pc:sldMk cId="4151694508" sldId="268"/>
            <ac:spMk id="9" creationId="{067D95B1-1FB8-ABB5-E41A-57D020EC1C88}"/>
          </ac:spMkLst>
        </pc:spChg>
        <pc:spChg chg="add mod">
          <ac:chgData name="sahar magdy" userId="666e5883c08355ea" providerId="LiveId" clId="{2BFD3345-F972-4B2F-A647-0293C0C4F947}" dt="2025-03-22T18:26:33.653" v="286" actId="478"/>
          <ac:spMkLst>
            <pc:docMk/>
            <pc:sldMk cId="4151694508" sldId="268"/>
            <ac:spMk id="11" creationId="{CB159675-3641-8CD3-BEC7-A81B8F59E23A}"/>
          </ac:spMkLst>
        </pc:spChg>
      </pc:sldChg>
      <pc:sldChg chg="delSp modSp mod">
        <pc:chgData name="sahar magdy" userId="666e5883c08355ea" providerId="LiveId" clId="{2BFD3345-F972-4B2F-A647-0293C0C4F947}" dt="2025-03-22T18:26:13.418" v="283" actId="1076"/>
        <pc:sldMkLst>
          <pc:docMk/>
          <pc:sldMk cId="2436493926" sldId="276"/>
        </pc:sldMkLst>
        <pc:spChg chg="mod">
          <ac:chgData name="sahar magdy" userId="666e5883c08355ea" providerId="LiveId" clId="{2BFD3345-F972-4B2F-A647-0293C0C4F947}" dt="2025-03-22T18:26:13.418" v="283" actId="1076"/>
          <ac:spMkLst>
            <pc:docMk/>
            <pc:sldMk cId="2436493926" sldId="276"/>
            <ac:spMk id="2" creationId="{BCCAEE93-8585-46D4-A7EC-F184E317CB2E}"/>
          </ac:spMkLst>
        </pc:spChg>
        <pc:spChg chg="del mod">
          <ac:chgData name="sahar magdy" userId="666e5883c08355ea" providerId="LiveId" clId="{2BFD3345-F972-4B2F-A647-0293C0C4F947}" dt="2025-03-22T18:25:52.341" v="278" actId="478"/>
          <ac:spMkLst>
            <pc:docMk/>
            <pc:sldMk cId="2436493926" sldId="276"/>
            <ac:spMk id="3" creationId="{24AFFC60-19C3-4901-93F7-7AAF4C09F8C6}"/>
          </ac:spMkLst>
        </pc:spChg>
      </pc:sldChg>
      <pc:sldChg chg="addSp delSp modSp mod">
        <pc:chgData name="sahar magdy" userId="666e5883c08355ea" providerId="LiveId" clId="{2BFD3345-F972-4B2F-A647-0293C0C4F947}" dt="2025-03-22T18:02:08.672" v="226" actId="14100"/>
        <pc:sldMkLst>
          <pc:docMk/>
          <pc:sldMk cId="2243494996" sldId="277"/>
        </pc:sldMkLst>
        <pc:spChg chg="del">
          <ac:chgData name="sahar magdy" userId="666e5883c08355ea" providerId="LiveId" clId="{2BFD3345-F972-4B2F-A647-0293C0C4F947}" dt="2025-03-22T18:00:48.248" v="218" actId="478"/>
          <ac:spMkLst>
            <pc:docMk/>
            <pc:sldMk cId="2243494996" sldId="277"/>
            <ac:spMk id="2" creationId="{6719F29B-F233-48AF-8261-F33A4E079E3E}"/>
          </ac:spMkLst>
        </pc:spChg>
        <pc:spChg chg="del">
          <ac:chgData name="sahar magdy" userId="666e5883c08355ea" providerId="LiveId" clId="{2BFD3345-F972-4B2F-A647-0293C0C4F947}" dt="2025-03-22T18:00:54.703" v="220" actId="478"/>
          <ac:spMkLst>
            <pc:docMk/>
            <pc:sldMk cId="2243494996" sldId="277"/>
            <ac:spMk id="3" creationId="{35E3EA69-4E0E-41BD-8095-A124225A2647}"/>
          </ac:spMkLst>
        </pc:spChg>
        <pc:spChg chg="add del mod">
          <ac:chgData name="sahar magdy" userId="666e5883c08355ea" providerId="LiveId" clId="{2BFD3345-F972-4B2F-A647-0293C0C4F947}" dt="2025-03-22T18:00:51.802" v="219" actId="478"/>
          <ac:spMkLst>
            <pc:docMk/>
            <pc:sldMk cId="2243494996" sldId="277"/>
            <ac:spMk id="5" creationId="{F2582C54-16D9-67CE-3A4A-6C50E190754E}"/>
          </ac:spMkLst>
        </pc:spChg>
        <pc:spChg chg="add del mod">
          <ac:chgData name="sahar magdy" userId="666e5883c08355ea" providerId="LiveId" clId="{2BFD3345-F972-4B2F-A647-0293C0C4F947}" dt="2025-03-22T18:00:58.021" v="221" actId="478"/>
          <ac:spMkLst>
            <pc:docMk/>
            <pc:sldMk cId="2243494996" sldId="277"/>
            <ac:spMk id="8" creationId="{6F0E0ABF-57C2-EA6D-59D7-1D1BE22AAF16}"/>
          </ac:spMkLst>
        </pc:spChg>
        <pc:picChg chg="add mod">
          <ac:chgData name="sahar magdy" userId="666e5883c08355ea" providerId="LiveId" clId="{2BFD3345-F972-4B2F-A647-0293C0C4F947}" dt="2025-03-22T18:02:08.672" v="226" actId="14100"/>
          <ac:picMkLst>
            <pc:docMk/>
            <pc:sldMk cId="2243494996" sldId="277"/>
            <ac:picMk id="10" creationId="{E8E40E6F-AA63-F1A5-C755-3E5BA7F628AD}"/>
          </ac:picMkLst>
        </pc:picChg>
      </pc:sldChg>
      <pc:sldChg chg="del">
        <pc:chgData name="sahar magdy" userId="666e5883c08355ea" providerId="LiveId" clId="{2BFD3345-F972-4B2F-A647-0293C0C4F947}" dt="2025-03-22T18:25:45.031" v="274" actId="47"/>
        <pc:sldMkLst>
          <pc:docMk/>
          <pc:sldMk cId="4252466045" sldId="279"/>
        </pc:sldMkLst>
      </pc:sldChg>
      <pc:sldChg chg="del">
        <pc:chgData name="sahar magdy" userId="666e5883c08355ea" providerId="LiveId" clId="{2BFD3345-F972-4B2F-A647-0293C0C4F947}" dt="2025-03-22T18:25:41.526" v="272" actId="47"/>
        <pc:sldMkLst>
          <pc:docMk/>
          <pc:sldMk cId="1418789964" sldId="286"/>
        </pc:sldMkLst>
      </pc:sldChg>
      <pc:sldChg chg="addSp delSp modSp mod">
        <pc:chgData name="sahar magdy" userId="666e5883c08355ea" providerId="LiveId" clId="{2BFD3345-F972-4B2F-A647-0293C0C4F947}" dt="2025-03-22T18:12:31.005" v="252" actId="14100"/>
        <pc:sldMkLst>
          <pc:docMk/>
          <pc:sldMk cId="1329539271" sldId="290"/>
        </pc:sldMkLst>
        <pc:spChg chg="del">
          <ac:chgData name="sahar magdy" userId="666e5883c08355ea" providerId="LiveId" clId="{2BFD3345-F972-4B2F-A647-0293C0C4F947}" dt="2025-03-22T18:09:44.835" v="243" actId="478"/>
          <ac:spMkLst>
            <pc:docMk/>
            <pc:sldMk cId="1329539271" sldId="290"/>
            <ac:spMk id="2" creationId="{216815C6-3AD0-46E6-A74A-1967BD91AF50}"/>
          </ac:spMkLst>
        </pc:spChg>
        <pc:spChg chg="del">
          <ac:chgData name="sahar magdy" userId="666e5883c08355ea" providerId="LiveId" clId="{2BFD3345-F972-4B2F-A647-0293C0C4F947}" dt="2025-03-22T18:09:51.279" v="245" actId="478"/>
          <ac:spMkLst>
            <pc:docMk/>
            <pc:sldMk cId="1329539271" sldId="290"/>
            <ac:spMk id="3" creationId="{1901B20D-4C28-4DA3-ABBD-718C22A5E58B}"/>
          </ac:spMkLst>
        </pc:spChg>
        <pc:spChg chg="add del mod">
          <ac:chgData name="sahar magdy" userId="666e5883c08355ea" providerId="LiveId" clId="{2BFD3345-F972-4B2F-A647-0293C0C4F947}" dt="2025-03-22T18:09:48.106" v="244" actId="478"/>
          <ac:spMkLst>
            <pc:docMk/>
            <pc:sldMk cId="1329539271" sldId="290"/>
            <ac:spMk id="5" creationId="{F3DB02CF-0D28-9D47-7DFC-8E34251A548E}"/>
          </ac:spMkLst>
        </pc:spChg>
        <pc:spChg chg="add del mod">
          <ac:chgData name="sahar magdy" userId="666e5883c08355ea" providerId="LiveId" clId="{2BFD3345-F972-4B2F-A647-0293C0C4F947}" dt="2025-03-22T18:09:54.964" v="246" actId="478"/>
          <ac:spMkLst>
            <pc:docMk/>
            <pc:sldMk cId="1329539271" sldId="290"/>
            <ac:spMk id="7" creationId="{52E8D970-B2EA-991A-8C05-43F0AFD646DC}"/>
          </ac:spMkLst>
        </pc:spChg>
        <pc:picChg chg="add mod">
          <ac:chgData name="sahar magdy" userId="666e5883c08355ea" providerId="LiveId" clId="{2BFD3345-F972-4B2F-A647-0293C0C4F947}" dt="2025-03-22T18:12:31.005" v="252" actId="14100"/>
          <ac:picMkLst>
            <pc:docMk/>
            <pc:sldMk cId="1329539271" sldId="290"/>
            <ac:picMk id="9" creationId="{FB89C66A-3D36-66D0-8C87-DE0E948CD845}"/>
          </ac:picMkLst>
        </pc:picChg>
      </pc:sldChg>
      <pc:sldChg chg="addSp delSp modSp mod modClrScheme chgLayout">
        <pc:chgData name="sahar magdy" userId="666e5883c08355ea" providerId="LiveId" clId="{2BFD3345-F972-4B2F-A647-0293C0C4F947}" dt="2025-03-22T19:09:36.988" v="545" actId="14100"/>
        <pc:sldMkLst>
          <pc:docMk/>
          <pc:sldMk cId="3003251909" sldId="291"/>
        </pc:sldMkLst>
        <pc:spChg chg="del">
          <ac:chgData name="sahar magdy" userId="666e5883c08355ea" providerId="LiveId" clId="{2BFD3345-F972-4B2F-A647-0293C0C4F947}" dt="2025-03-22T18:14:55.012" v="264" actId="478"/>
          <ac:spMkLst>
            <pc:docMk/>
            <pc:sldMk cId="3003251909" sldId="291"/>
            <ac:spMk id="2" creationId="{216815C6-3AD0-46E6-A74A-1967BD91AF50}"/>
          </ac:spMkLst>
        </pc:spChg>
        <pc:spChg chg="del">
          <ac:chgData name="sahar magdy" userId="666e5883c08355ea" providerId="LiveId" clId="{2BFD3345-F972-4B2F-A647-0293C0C4F947}" dt="2025-03-22T18:14:58.943" v="266" actId="478"/>
          <ac:spMkLst>
            <pc:docMk/>
            <pc:sldMk cId="3003251909" sldId="291"/>
            <ac:spMk id="3" creationId="{1901B20D-4C28-4DA3-ABBD-718C22A5E58B}"/>
          </ac:spMkLst>
        </pc:spChg>
        <pc:spChg chg="mod ord modVis">
          <ac:chgData name="sahar magdy" userId="666e5883c08355ea" providerId="LiveId" clId="{2BFD3345-F972-4B2F-A647-0293C0C4F947}" dt="2025-03-22T19:06:38.171" v="537" actId="26606"/>
          <ac:spMkLst>
            <pc:docMk/>
            <pc:sldMk cId="3003251909" sldId="291"/>
            <ac:spMk id="4" creationId="{58D8D8EF-09F7-2BAC-3EC4-6E8F40515A5D}"/>
          </ac:spMkLst>
        </pc:spChg>
        <pc:spChg chg="add del mod">
          <ac:chgData name="sahar magdy" userId="666e5883c08355ea" providerId="LiveId" clId="{2BFD3345-F972-4B2F-A647-0293C0C4F947}" dt="2025-03-22T18:14:56.342" v="265" actId="478"/>
          <ac:spMkLst>
            <pc:docMk/>
            <pc:sldMk cId="3003251909" sldId="291"/>
            <ac:spMk id="6" creationId="{6B33B2CA-F939-95C0-C45B-53DE0DBC25D6}"/>
          </ac:spMkLst>
        </pc:spChg>
        <pc:spChg chg="add del mod">
          <ac:chgData name="sahar magdy" userId="666e5883c08355ea" providerId="LiveId" clId="{2BFD3345-F972-4B2F-A647-0293C0C4F947}" dt="2025-03-22T18:15:02.854" v="267" actId="478"/>
          <ac:spMkLst>
            <pc:docMk/>
            <pc:sldMk cId="3003251909" sldId="291"/>
            <ac:spMk id="8" creationId="{9D10071C-BC2E-C858-4FAE-57EC9DA184D9}"/>
          </ac:spMkLst>
        </pc:spChg>
        <pc:picChg chg="add mod">
          <ac:chgData name="sahar magdy" userId="666e5883c08355ea" providerId="LiveId" clId="{2BFD3345-F972-4B2F-A647-0293C0C4F947}" dt="2025-03-22T19:06:49.873" v="540" actId="14100"/>
          <ac:picMkLst>
            <pc:docMk/>
            <pc:sldMk cId="3003251909" sldId="291"/>
            <ac:picMk id="10" creationId="{843DE555-E612-01BB-A9C5-B34206EC4B9D}"/>
          </ac:picMkLst>
        </pc:picChg>
        <pc:picChg chg="add mod">
          <ac:chgData name="sahar magdy" userId="666e5883c08355ea" providerId="LiveId" clId="{2BFD3345-F972-4B2F-A647-0293C0C4F947}" dt="2025-03-22T19:09:36.988" v="545" actId="14100"/>
          <ac:picMkLst>
            <pc:docMk/>
            <pc:sldMk cId="3003251909" sldId="291"/>
            <ac:picMk id="12" creationId="{A841B30B-85A1-B875-BE63-5A45F4D64D90}"/>
          </ac:picMkLst>
        </pc:picChg>
      </pc:sldChg>
      <pc:sldChg chg="del">
        <pc:chgData name="sahar magdy" userId="666e5883c08355ea" providerId="LiveId" clId="{2BFD3345-F972-4B2F-A647-0293C0C4F947}" dt="2025-03-22T17:23:40.033" v="1" actId="2696"/>
        <pc:sldMkLst>
          <pc:docMk/>
          <pc:sldMk cId="2390678392" sldId="292"/>
        </pc:sldMkLst>
      </pc:sldChg>
      <pc:sldChg chg="addSp delSp modSp add mod">
        <pc:chgData name="sahar magdy" userId="666e5883c08355ea" providerId="LiveId" clId="{2BFD3345-F972-4B2F-A647-0293C0C4F947}" dt="2025-03-22T18:35:23.071" v="402" actId="1076"/>
        <pc:sldMkLst>
          <pc:docMk/>
          <pc:sldMk cId="2812736993" sldId="292"/>
        </pc:sldMkLst>
        <pc:spChg chg="mod">
          <ac:chgData name="sahar magdy" userId="666e5883c08355ea" providerId="LiveId" clId="{2BFD3345-F972-4B2F-A647-0293C0C4F947}" dt="2025-03-22T18:35:23.071" v="402" actId="1076"/>
          <ac:spMkLst>
            <pc:docMk/>
            <pc:sldMk cId="2812736993" sldId="292"/>
            <ac:spMk id="2" creationId="{CC80C883-7528-F9C5-D6FA-15EC059A3021}"/>
          </ac:spMkLst>
        </pc:spChg>
        <pc:spChg chg="add del mod">
          <ac:chgData name="sahar magdy" userId="666e5883c08355ea" providerId="LiveId" clId="{2BFD3345-F972-4B2F-A647-0293C0C4F947}" dt="2025-03-22T17:23:56.671" v="6" actId="478"/>
          <ac:spMkLst>
            <pc:docMk/>
            <pc:sldMk cId="2812736993" sldId="292"/>
            <ac:spMk id="5" creationId="{C78ABD90-7F50-EC17-78B5-CAFA47B134E4}"/>
          </ac:spMkLst>
        </pc:spChg>
        <pc:spChg chg="del mod">
          <ac:chgData name="sahar magdy" userId="666e5883c08355ea" providerId="LiveId" clId="{2BFD3345-F972-4B2F-A647-0293C0C4F947}" dt="2025-03-22T17:39:27.204" v="65" actId="478"/>
          <ac:spMkLst>
            <pc:docMk/>
            <pc:sldMk cId="2812736993" sldId="292"/>
            <ac:spMk id="6" creationId="{3A7E69BA-FC91-08A5-671F-B53E6E989C6F}"/>
          </ac:spMkLst>
        </pc:spChg>
        <pc:graphicFrameChg chg="add mod modGraphic">
          <ac:chgData name="sahar magdy" userId="666e5883c08355ea" providerId="LiveId" clId="{2BFD3345-F972-4B2F-A647-0293C0C4F947}" dt="2025-03-22T18:34:56.817" v="397" actId="1076"/>
          <ac:graphicFrameMkLst>
            <pc:docMk/>
            <pc:sldMk cId="2812736993" sldId="292"/>
            <ac:graphicFrameMk id="7" creationId="{585477CE-D761-7657-749D-11D1B1B62A8A}"/>
          </ac:graphicFrameMkLst>
        </pc:graphicFrameChg>
        <pc:graphicFrameChg chg="del">
          <ac:chgData name="sahar magdy" userId="666e5883c08355ea" providerId="LiveId" clId="{2BFD3345-F972-4B2F-A647-0293C0C4F947}" dt="2025-03-22T17:23:53.369" v="5" actId="478"/>
          <ac:graphicFrameMkLst>
            <pc:docMk/>
            <pc:sldMk cId="2812736993" sldId="292"/>
            <ac:graphicFrameMk id="8" creationId="{24EE9911-8AC9-5BE2-4456-0175FD28D083}"/>
          </ac:graphicFrameMkLst>
        </pc:graphicFrameChg>
      </pc:sldChg>
      <pc:sldChg chg="modSp mod">
        <pc:chgData name="sahar magdy" userId="666e5883c08355ea" providerId="LiveId" clId="{2BFD3345-F972-4B2F-A647-0293C0C4F947}" dt="2025-03-22T14:05:50.474" v="0"/>
        <pc:sldMkLst>
          <pc:docMk/>
          <pc:sldMk cId="1275155381" sldId="293"/>
        </pc:sldMkLst>
        <pc:spChg chg="mod">
          <ac:chgData name="sahar magdy" userId="666e5883c08355ea" providerId="LiveId" clId="{2BFD3345-F972-4B2F-A647-0293C0C4F947}" dt="2025-03-22T14:05:50.474" v="0"/>
          <ac:spMkLst>
            <pc:docMk/>
            <pc:sldMk cId="1275155381" sldId="293"/>
            <ac:spMk id="4" creationId="{35A65AB8-2AA5-E368-CA95-03229A8761FC}"/>
          </ac:spMkLst>
        </pc:spChg>
      </pc:sldChg>
      <pc:sldChg chg="add">
        <pc:chgData name="sahar magdy" userId="666e5883c08355ea" providerId="LiveId" clId="{2BFD3345-F972-4B2F-A647-0293C0C4F947}" dt="2025-03-22T18:25:08.897" v="268"/>
        <pc:sldMkLst>
          <pc:docMk/>
          <pc:sldMk cId="4258897424" sldId="295"/>
        </pc:sldMkLst>
      </pc:sldChg>
      <pc:sldChg chg="modSp add mod">
        <pc:chgData name="sahar magdy" userId="666e5883c08355ea" providerId="LiveId" clId="{2BFD3345-F972-4B2F-A647-0293C0C4F947}" dt="2025-03-22T19:01:37.837" v="521" actId="20577"/>
        <pc:sldMkLst>
          <pc:docMk/>
          <pc:sldMk cId="1366984134" sldId="296"/>
        </pc:sldMkLst>
        <pc:spChg chg="mod">
          <ac:chgData name="sahar magdy" userId="666e5883c08355ea" providerId="LiveId" clId="{2BFD3345-F972-4B2F-A647-0293C0C4F947}" dt="2025-03-22T19:01:20.708" v="520" actId="1076"/>
          <ac:spMkLst>
            <pc:docMk/>
            <pc:sldMk cId="1366984134" sldId="296"/>
            <ac:spMk id="2" creationId="{FB329DAB-C726-66D2-CF2A-75C3D9D92491}"/>
          </ac:spMkLst>
        </pc:spChg>
        <pc:graphicFrameChg chg="mod modGraphic">
          <ac:chgData name="sahar magdy" userId="666e5883c08355ea" providerId="LiveId" clId="{2BFD3345-F972-4B2F-A647-0293C0C4F947}" dt="2025-03-22T19:01:37.837" v="521" actId="20577"/>
          <ac:graphicFrameMkLst>
            <pc:docMk/>
            <pc:sldMk cId="1366984134" sldId="296"/>
            <ac:graphicFrameMk id="7" creationId="{B68A567D-0573-E203-6C7C-F11E6DE17687}"/>
          </ac:graphicFrameMkLst>
        </pc:graphicFrameChg>
      </pc:sldChg>
      <pc:sldChg chg="modSp add mod">
        <pc:chgData name="sahar magdy" userId="666e5883c08355ea" providerId="LiveId" clId="{2BFD3345-F972-4B2F-A647-0293C0C4F947}" dt="2025-03-22T19:02:12.418" v="528" actId="1076"/>
        <pc:sldMkLst>
          <pc:docMk/>
          <pc:sldMk cId="2334730579" sldId="297"/>
        </pc:sldMkLst>
        <pc:spChg chg="mod">
          <ac:chgData name="sahar magdy" userId="666e5883c08355ea" providerId="LiveId" clId="{2BFD3345-F972-4B2F-A647-0293C0C4F947}" dt="2025-03-22T19:02:12.418" v="528" actId="1076"/>
          <ac:spMkLst>
            <pc:docMk/>
            <pc:sldMk cId="2334730579" sldId="297"/>
            <ac:spMk id="2" creationId="{D5C5033D-A079-7BC2-FE80-0F4B03006D3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13C563-731C-4576-9ACF-1EE55F03B879}" type="doc">
      <dgm:prSet loTypeId="urn:microsoft.com/office/officeart/2005/8/layout/cycle1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DB06F6-7629-4AA9-B8C8-A3DDA2500C56}">
      <dgm:prSet/>
      <dgm:spPr/>
      <dgm:t>
        <a:bodyPr/>
        <a:lstStyle/>
        <a:p>
          <a:pPr rtl="0"/>
          <a:r>
            <a:rPr lang="en-US" b="0" i="0"/>
            <a:t>Graphics</a:t>
          </a:r>
          <a:endParaRPr lang="en-US"/>
        </a:p>
      </dgm:t>
    </dgm:pt>
    <dgm:pt modelId="{DC7F97A0-10F6-4ED2-8EB3-1273B18F35A1}" type="parTrans" cxnId="{0C8DE200-4AE1-404B-9D91-38BD0BF5DC4C}">
      <dgm:prSet/>
      <dgm:spPr/>
      <dgm:t>
        <a:bodyPr/>
        <a:lstStyle/>
        <a:p>
          <a:endParaRPr lang="en-US"/>
        </a:p>
      </dgm:t>
    </dgm:pt>
    <dgm:pt modelId="{4C09B87D-69F2-4EB2-8442-AD1AFD7F34BC}" type="sibTrans" cxnId="{0C8DE200-4AE1-404B-9D91-38BD0BF5DC4C}">
      <dgm:prSet/>
      <dgm:spPr/>
      <dgm:t>
        <a:bodyPr/>
        <a:lstStyle/>
        <a:p>
          <a:endParaRPr lang="en-US"/>
        </a:p>
      </dgm:t>
    </dgm:pt>
    <dgm:pt modelId="{9AA9F5D0-83E3-4CF9-AC79-890275F9995E}">
      <dgm:prSet/>
      <dgm:spPr/>
      <dgm:t>
        <a:bodyPr/>
        <a:lstStyle/>
        <a:p>
          <a:pPr rtl="0"/>
          <a:r>
            <a:rPr lang="en-US" b="0" i="0" dirty="0"/>
            <a:t>Turtle</a:t>
          </a:r>
          <a:endParaRPr lang="en-US" b="0" dirty="0"/>
        </a:p>
      </dgm:t>
    </dgm:pt>
    <dgm:pt modelId="{3E16C7D5-AE93-4FA7-9065-B31AA11C7B04}" type="parTrans" cxnId="{42224954-6190-4E98-BD8B-8A413DB3188F}">
      <dgm:prSet/>
      <dgm:spPr/>
      <dgm:t>
        <a:bodyPr/>
        <a:lstStyle/>
        <a:p>
          <a:endParaRPr lang="en-US"/>
        </a:p>
      </dgm:t>
    </dgm:pt>
    <dgm:pt modelId="{F83AB721-259A-45ED-89CA-D65C394B281A}" type="sibTrans" cxnId="{42224954-6190-4E98-BD8B-8A413DB3188F}">
      <dgm:prSet/>
      <dgm:spPr/>
      <dgm:t>
        <a:bodyPr/>
        <a:lstStyle/>
        <a:p>
          <a:endParaRPr lang="en-US"/>
        </a:p>
      </dgm:t>
    </dgm:pt>
    <dgm:pt modelId="{88B44FFC-4CD3-415D-A12F-A4694ABC53EB}">
      <dgm:prSet/>
      <dgm:spPr/>
      <dgm:t>
        <a:bodyPr/>
        <a:lstStyle/>
        <a:p>
          <a:pPr rtl="0"/>
          <a:r>
            <a:rPr lang="en-US" b="1" i="0" dirty="0"/>
            <a:t>Open GL</a:t>
          </a:r>
          <a:endParaRPr lang="en-US" b="1" dirty="0"/>
        </a:p>
      </dgm:t>
    </dgm:pt>
    <dgm:pt modelId="{03B357D2-666E-4E00-ADEE-21C10A7C27F0}" type="parTrans" cxnId="{7B4A1DDF-5A69-4CEC-97AE-8CF60CB35FDE}">
      <dgm:prSet/>
      <dgm:spPr/>
      <dgm:t>
        <a:bodyPr/>
        <a:lstStyle/>
        <a:p>
          <a:endParaRPr lang="en-US"/>
        </a:p>
      </dgm:t>
    </dgm:pt>
    <dgm:pt modelId="{59ED621B-5FF7-453C-884F-F348DFB44F59}" type="sibTrans" cxnId="{7B4A1DDF-5A69-4CEC-97AE-8CF60CB35FDE}">
      <dgm:prSet/>
      <dgm:spPr/>
      <dgm:t>
        <a:bodyPr/>
        <a:lstStyle/>
        <a:p>
          <a:endParaRPr lang="en-US"/>
        </a:p>
      </dgm:t>
    </dgm:pt>
    <dgm:pt modelId="{156D0E41-FF7F-48AD-A9C1-C226AE9D17BF}" type="pres">
      <dgm:prSet presAssocID="{A313C563-731C-4576-9ACF-1EE55F03B879}" presName="cycle" presStyleCnt="0">
        <dgm:presLayoutVars>
          <dgm:dir/>
          <dgm:resizeHandles val="exact"/>
        </dgm:presLayoutVars>
      </dgm:prSet>
      <dgm:spPr/>
    </dgm:pt>
    <dgm:pt modelId="{7215EB61-C15C-49DD-85B7-FB8594338510}" type="pres">
      <dgm:prSet presAssocID="{67DB06F6-7629-4AA9-B8C8-A3DDA2500C56}" presName="dummy" presStyleCnt="0"/>
      <dgm:spPr/>
    </dgm:pt>
    <dgm:pt modelId="{E00ECF88-8154-4D5A-9A9B-1F35F588D4A4}" type="pres">
      <dgm:prSet presAssocID="{67DB06F6-7629-4AA9-B8C8-A3DDA2500C56}" presName="node" presStyleLbl="revTx" presStyleIdx="0" presStyleCnt="3">
        <dgm:presLayoutVars>
          <dgm:bulletEnabled val="1"/>
        </dgm:presLayoutVars>
      </dgm:prSet>
      <dgm:spPr/>
    </dgm:pt>
    <dgm:pt modelId="{7918D102-F4EF-4A29-8A47-C9F607E14241}" type="pres">
      <dgm:prSet presAssocID="{4C09B87D-69F2-4EB2-8442-AD1AFD7F34BC}" presName="sibTrans" presStyleLbl="node1" presStyleIdx="0" presStyleCnt="3"/>
      <dgm:spPr/>
    </dgm:pt>
    <dgm:pt modelId="{70413651-9F5B-45AF-9B37-1696AE9918E3}" type="pres">
      <dgm:prSet presAssocID="{9AA9F5D0-83E3-4CF9-AC79-890275F9995E}" presName="dummy" presStyleCnt="0"/>
      <dgm:spPr/>
    </dgm:pt>
    <dgm:pt modelId="{24331FF9-0470-43F6-A4CA-883BE5EA97A6}" type="pres">
      <dgm:prSet presAssocID="{9AA9F5D0-83E3-4CF9-AC79-890275F9995E}" presName="node" presStyleLbl="revTx" presStyleIdx="1" presStyleCnt="3">
        <dgm:presLayoutVars>
          <dgm:bulletEnabled val="1"/>
        </dgm:presLayoutVars>
      </dgm:prSet>
      <dgm:spPr/>
    </dgm:pt>
    <dgm:pt modelId="{F88CCC70-4670-4523-8E3D-4819523A0CC9}" type="pres">
      <dgm:prSet presAssocID="{F83AB721-259A-45ED-89CA-D65C394B281A}" presName="sibTrans" presStyleLbl="node1" presStyleIdx="1" presStyleCnt="3"/>
      <dgm:spPr/>
    </dgm:pt>
    <dgm:pt modelId="{7A11DAF1-3914-48C4-8AFE-8FCE8C655BDC}" type="pres">
      <dgm:prSet presAssocID="{88B44FFC-4CD3-415D-A12F-A4694ABC53EB}" presName="dummy" presStyleCnt="0"/>
      <dgm:spPr/>
    </dgm:pt>
    <dgm:pt modelId="{4C921162-069D-4F00-8C52-18EE6CF0A56E}" type="pres">
      <dgm:prSet presAssocID="{88B44FFC-4CD3-415D-A12F-A4694ABC53EB}" presName="node" presStyleLbl="revTx" presStyleIdx="2" presStyleCnt="3" custScaleX="137823">
        <dgm:presLayoutVars>
          <dgm:bulletEnabled val="1"/>
        </dgm:presLayoutVars>
      </dgm:prSet>
      <dgm:spPr/>
    </dgm:pt>
    <dgm:pt modelId="{FAE2EAD1-D384-481A-A50D-BDA7F5799F52}" type="pres">
      <dgm:prSet presAssocID="{59ED621B-5FF7-453C-884F-F348DFB44F59}" presName="sibTrans" presStyleLbl="node1" presStyleIdx="2" presStyleCnt="3"/>
      <dgm:spPr/>
    </dgm:pt>
  </dgm:ptLst>
  <dgm:cxnLst>
    <dgm:cxn modelId="{0C8DE200-4AE1-404B-9D91-38BD0BF5DC4C}" srcId="{A313C563-731C-4576-9ACF-1EE55F03B879}" destId="{67DB06F6-7629-4AA9-B8C8-A3DDA2500C56}" srcOrd="0" destOrd="0" parTransId="{DC7F97A0-10F6-4ED2-8EB3-1273B18F35A1}" sibTransId="{4C09B87D-69F2-4EB2-8442-AD1AFD7F34BC}"/>
    <dgm:cxn modelId="{F487F807-BA6F-4904-A52C-14000ED536AB}" type="presOf" srcId="{59ED621B-5FF7-453C-884F-F348DFB44F59}" destId="{FAE2EAD1-D384-481A-A50D-BDA7F5799F52}" srcOrd="0" destOrd="0" presId="urn:microsoft.com/office/officeart/2005/8/layout/cycle1"/>
    <dgm:cxn modelId="{7EF2DE4F-304D-4082-8BE1-ECF8F4A04859}" type="presOf" srcId="{67DB06F6-7629-4AA9-B8C8-A3DDA2500C56}" destId="{E00ECF88-8154-4D5A-9A9B-1F35F588D4A4}" srcOrd="0" destOrd="0" presId="urn:microsoft.com/office/officeart/2005/8/layout/cycle1"/>
    <dgm:cxn modelId="{42224954-6190-4E98-BD8B-8A413DB3188F}" srcId="{A313C563-731C-4576-9ACF-1EE55F03B879}" destId="{9AA9F5D0-83E3-4CF9-AC79-890275F9995E}" srcOrd="1" destOrd="0" parTransId="{3E16C7D5-AE93-4FA7-9065-B31AA11C7B04}" sibTransId="{F83AB721-259A-45ED-89CA-D65C394B281A}"/>
    <dgm:cxn modelId="{F16E8A8D-E291-4B69-8F21-6C3955B30436}" type="presOf" srcId="{9AA9F5D0-83E3-4CF9-AC79-890275F9995E}" destId="{24331FF9-0470-43F6-A4CA-883BE5EA97A6}" srcOrd="0" destOrd="0" presId="urn:microsoft.com/office/officeart/2005/8/layout/cycle1"/>
    <dgm:cxn modelId="{60AF9A91-DD62-4110-9DDD-1133163B2FD4}" type="presOf" srcId="{88B44FFC-4CD3-415D-A12F-A4694ABC53EB}" destId="{4C921162-069D-4F00-8C52-18EE6CF0A56E}" srcOrd="0" destOrd="0" presId="urn:microsoft.com/office/officeart/2005/8/layout/cycle1"/>
    <dgm:cxn modelId="{CD8733B8-B192-4D9E-8DEB-2C1F3A21E08D}" type="presOf" srcId="{F83AB721-259A-45ED-89CA-D65C394B281A}" destId="{F88CCC70-4670-4523-8E3D-4819523A0CC9}" srcOrd="0" destOrd="0" presId="urn:microsoft.com/office/officeart/2005/8/layout/cycle1"/>
    <dgm:cxn modelId="{3C18A5D0-AA8E-4F57-B54C-2C609D6E97FD}" type="presOf" srcId="{4C09B87D-69F2-4EB2-8442-AD1AFD7F34BC}" destId="{7918D102-F4EF-4A29-8A47-C9F607E14241}" srcOrd="0" destOrd="0" presId="urn:microsoft.com/office/officeart/2005/8/layout/cycle1"/>
    <dgm:cxn modelId="{7B4A1DDF-5A69-4CEC-97AE-8CF60CB35FDE}" srcId="{A313C563-731C-4576-9ACF-1EE55F03B879}" destId="{88B44FFC-4CD3-415D-A12F-A4694ABC53EB}" srcOrd="2" destOrd="0" parTransId="{03B357D2-666E-4E00-ADEE-21C10A7C27F0}" sibTransId="{59ED621B-5FF7-453C-884F-F348DFB44F59}"/>
    <dgm:cxn modelId="{4BC275E6-7F56-412F-9011-64CAD096D19E}" type="presOf" srcId="{A313C563-731C-4576-9ACF-1EE55F03B879}" destId="{156D0E41-FF7F-48AD-A9C1-C226AE9D17BF}" srcOrd="0" destOrd="0" presId="urn:microsoft.com/office/officeart/2005/8/layout/cycle1"/>
    <dgm:cxn modelId="{F220A6BD-96E9-4162-BA02-A632318B4DBE}" type="presParOf" srcId="{156D0E41-FF7F-48AD-A9C1-C226AE9D17BF}" destId="{7215EB61-C15C-49DD-85B7-FB8594338510}" srcOrd="0" destOrd="0" presId="urn:microsoft.com/office/officeart/2005/8/layout/cycle1"/>
    <dgm:cxn modelId="{642274E5-8091-4F2B-8341-D2BC3B499BF1}" type="presParOf" srcId="{156D0E41-FF7F-48AD-A9C1-C226AE9D17BF}" destId="{E00ECF88-8154-4D5A-9A9B-1F35F588D4A4}" srcOrd="1" destOrd="0" presId="urn:microsoft.com/office/officeart/2005/8/layout/cycle1"/>
    <dgm:cxn modelId="{739A400E-4F30-4307-BC9C-800E5759F2DA}" type="presParOf" srcId="{156D0E41-FF7F-48AD-A9C1-C226AE9D17BF}" destId="{7918D102-F4EF-4A29-8A47-C9F607E14241}" srcOrd="2" destOrd="0" presId="urn:microsoft.com/office/officeart/2005/8/layout/cycle1"/>
    <dgm:cxn modelId="{CF46D309-24D8-4A2D-A562-828404A86138}" type="presParOf" srcId="{156D0E41-FF7F-48AD-A9C1-C226AE9D17BF}" destId="{70413651-9F5B-45AF-9B37-1696AE9918E3}" srcOrd="3" destOrd="0" presId="urn:microsoft.com/office/officeart/2005/8/layout/cycle1"/>
    <dgm:cxn modelId="{A16CE0C4-3826-4A73-9646-8BE25AC1C0C5}" type="presParOf" srcId="{156D0E41-FF7F-48AD-A9C1-C226AE9D17BF}" destId="{24331FF9-0470-43F6-A4CA-883BE5EA97A6}" srcOrd="4" destOrd="0" presId="urn:microsoft.com/office/officeart/2005/8/layout/cycle1"/>
    <dgm:cxn modelId="{003FA068-ADDE-4294-9C19-A9E62899417F}" type="presParOf" srcId="{156D0E41-FF7F-48AD-A9C1-C226AE9D17BF}" destId="{F88CCC70-4670-4523-8E3D-4819523A0CC9}" srcOrd="5" destOrd="0" presId="urn:microsoft.com/office/officeart/2005/8/layout/cycle1"/>
    <dgm:cxn modelId="{F019E102-D852-4BCC-A87E-BF9FCF146485}" type="presParOf" srcId="{156D0E41-FF7F-48AD-A9C1-C226AE9D17BF}" destId="{7A11DAF1-3914-48C4-8AFE-8FCE8C655BDC}" srcOrd="6" destOrd="0" presId="urn:microsoft.com/office/officeart/2005/8/layout/cycle1"/>
    <dgm:cxn modelId="{8AFF0DCC-7626-45EF-98C6-BDCF4F7ABA2C}" type="presParOf" srcId="{156D0E41-FF7F-48AD-A9C1-C226AE9D17BF}" destId="{4C921162-069D-4F00-8C52-18EE6CF0A56E}" srcOrd="7" destOrd="0" presId="urn:microsoft.com/office/officeart/2005/8/layout/cycle1"/>
    <dgm:cxn modelId="{5D85B34F-BD71-4877-86DB-2707E3E4F057}" type="presParOf" srcId="{156D0E41-FF7F-48AD-A9C1-C226AE9D17BF}" destId="{FAE2EAD1-D384-481A-A50D-BDA7F5799F52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ECF88-8154-4D5A-9A9B-1F35F588D4A4}">
      <dsp:nvSpPr>
        <dsp:cNvPr id="0" name=""/>
        <dsp:cNvSpPr/>
      </dsp:nvSpPr>
      <dsp:spPr>
        <a:xfrm>
          <a:off x="3934366" y="273328"/>
          <a:ext cx="1393631" cy="1393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Graphics</a:t>
          </a:r>
          <a:endParaRPr lang="en-US" sz="2500" kern="1200"/>
        </a:p>
      </dsp:txBody>
      <dsp:txXfrm>
        <a:off x="3934366" y="273328"/>
        <a:ext cx="1393631" cy="1393631"/>
      </dsp:txXfrm>
    </dsp:sp>
    <dsp:sp modelId="{7918D102-F4EF-4A29-8A47-C9F607E14241}">
      <dsp:nvSpPr>
        <dsp:cNvPr id="0" name=""/>
        <dsp:cNvSpPr/>
      </dsp:nvSpPr>
      <dsp:spPr>
        <a:xfrm>
          <a:off x="1809572" y="-1422"/>
          <a:ext cx="3297458" cy="3297458"/>
        </a:xfrm>
        <a:prstGeom prst="circularArrow">
          <a:avLst>
            <a:gd name="adj1" fmla="val 8241"/>
            <a:gd name="adj2" fmla="val 575519"/>
            <a:gd name="adj3" fmla="val 2966592"/>
            <a:gd name="adj4" fmla="val 49889"/>
            <a:gd name="adj5" fmla="val 961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4331FF9-0470-43F6-A4CA-883BE5EA97A6}">
      <dsp:nvSpPr>
        <dsp:cNvPr id="0" name=""/>
        <dsp:cNvSpPr/>
      </dsp:nvSpPr>
      <dsp:spPr>
        <a:xfrm>
          <a:off x="2761486" y="2304815"/>
          <a:ext cx="1393631" cy="1393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Turtle</a:t>
          </a:r>
          <a:endParaRPr lang="en-US" sz="2500" b="0" kern="1200" dirty="0"/>
        </a:p>
      </dsp:txBody>
      <dsp:txXfrm>
        <a:off x="2761486" y="2304815"/>
        <a:ext cx="1393631" cy="1393631"/>
      </dsp:txXfrm>
    </dsp:sp>
    <dsp:sp modelId="{F88CCC70-4670-4523-8E3D-4819523A0CC9}">
      <dsp:nvSpPr>
        <dsp:cNvPr id="0" name=""/>
        <dsp:cNvSpPr/>
      </dsp:nvSpPr>
      <dsp:spPr>
        <a:xfrm>
          <a:off x="1809572" y="-1422"/>
          <a:ext cx="3297458" cy="3297458"/>
        </a:xfrm>
        <a:prstGeom prst="circularArrow">
          <a:avLst>
            <a:gd name="adj1" fmla="val 8241"/>
            <a:gd name="adj2" fmla="val 575519"/>
            <a:gd name="adj3" fmla="val 10174592"/>
            <a:gd name="adj4" fmla="val 7257889"/>
            <a:gd name="adj5" fmla="val 961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C921162-069D-4F00-8C52-18EE6CF0A56E}">
      <dsp:nvSpPr>
        <dsp:cNvPr id="0" name=""/>
        <dsp:cNvSpPr/>
      </dsp:nvSpPr>
      <dsp:spPr>
        <a:xfrm>
          <a:off x="1325050" y="273328"/>
          <a:ext cx="1920744" cy="1393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Open GL</a:t>
          </a:r>
          <a:endParaRPr lang="en-US" sz="2500" b="1" kern="1200" dirty="0"/>
        </a:p>
      </dsp:txBody>
      <dsp:txXfrm>
        <a:off x="1325050" y="273328"/>
        <a:ext cx="1920744" cy="1393631"/>
      </dsp:txXfrm>
    </dsp:sp>
    <dsp:sp modelId="{FAE2EAD1-D384-481A-A50D-BDA7F5799F52}">
      <dsp:nvSpPr>
        <dsp:cNvPr id="0" name=""/>
        <dsp:cNvSpPr/>
      </dsp:nvSpPr>
      <dsp:spPr>
        <a:xfrm>
          <a:off x="1809572" y="-1422"/>
          <a:ext cx="3297458" cy="3297458"/>
        </a:xfrm>
        <a:prstGeom prst="circularArrow">
          <a:avLst>
            <a:gd name="adj1" fmla="val 8241"/>
            <a:gd name="adj2" fmla="val 575519"/>
            <a:gd name="adj3" fmla="val 16859277"/>
            <a:gd name="adj4" fmla="val 15658345"/>
            <a:gd name="adj5" fmla="val 961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3/22/2025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3/22/2025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290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A60B0-AD93-EF16-0BEC-46DD7C2FB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D3C07E-906E-438C-39F0-0AD939EA3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2BB972-EC30-0E18-2B82-5EAA6C3A9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9F9B0-7FF1-FEF7-F439-DF00E93E0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448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0AF83-4AB6-5620-5CEC-3388CAA5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D7252-3E0F-9C67-C28F-EBB024B0F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43C82-F225-59F7-BA21-84DC428C5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ADF5C-D4E5-EB0D-BA52-162DC5E1B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758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73F1E-99C3-49DB-A4CA-99DE939E8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C3E551-F65A-362C-B911-16A10721E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B8D7F-4069-CB2D-4B3C-E7E447A8B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FAF74-0B4C-8B97-69AF-7710F6475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9668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8398" y="2251854"/>
            <a:ext cx="8613602" cy="1995708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Computer graphics</a:t>
            </a:r>
            <a:br>
              <a:rPr lang="en-US" dirty="0"/>
            </a:br>
            <a:r>
              <a:rPr lang="en-US" dirty="0"/>
              <a:t>                                    sec6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65AB8-2AA5-E368-CA95-03229A8761FC}"/>
              </a:ext>
            </a:extLst>
          </p:cNvPr>
          <p:cNvSpPr txBox="1"/>
          <p:nvPr/>
        </p:nvSpPr>
        <p:spPr>
          <a:xfrm>
            <a:off x="9853820" y="5420019"/>
            <a:ext cx="2122832" cy="71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8F0E3"/>
                </a:solidFill>
                <a:latin typeface="Calibri Light"/>
                <a:ea typeface="Calibri Light"/>
                <a:cs typeface="Calibri Light"/>
              </a:rPr>
              <a:t>DR. Heba ElHadidi</a:t>
            </a:r>
            <a:endParaRPr lang="en-US" sz="1800" dirty="0">
              <a:solidFill>
                <a:srgbClr val="F8F0E3"/>
              </a:solidFill>
              <a:latin typeface="Calibri Light"/>
              <a:ea typeface="Calibri Light"/>
              <a:cs typeface="Calibri Light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1800" b="1" dirty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Eng. </a:t>
            </a:r>
            <a:r>
              <a:rPr lang="en-US" b="1" dirty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Naira </a:t>
            </a:r>
            <a:r>
              <a:rPr lang="en-US" sz="1800" b="1" dirty="0">
                <a:solidFill>
                  <a:srgbClr val="F8F0E3"/>
                </a:solidFill>
                <a:latin typeface="Calibri Light"/>
                <a:ea typeface="Calibri Light"/>
                <a:cs typeface="Calibri Light"/>
              </a:rPr>
              <a:t>Elmahlawy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155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3430" y="157655"/>
            <a:ext cx="3285140" cy="1164021"/>
          </a:xfrm>
        </p:spPr>
        <p:txBody>
          <a:bodyPr>
            <a:normAutofit/>
          </a:bodyPr>
          <a:lstStyle/>
          <a:p>
            <a:r>
              <a:rPr lang="en-US" dirty="0"/>
              <a:t>Libraries</a:t>
            </a:r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A43E6602-352B-38B9-84A7-B62ACE309CD4}"/>
              </a:ext>
            </a:extLst>
          </p:cNvPr>
          <p:cNvGraphicFramePr>
            <a:graphicFrameLocks noGrp="1"/>
          </p:cNvGraphicFramePr>
          <p:nvPr>
            <p:ph sz="half" idx="14"/>
          </p:nvPr>
        </p:nvGraphicFramePr>
        <p:xfrm>
          <a:off x="4624553" y="2270235"/>
          <a:ext cx="6653048" cy="36987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7792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767" y="1055137"/>
            <a:ext cx="9414464" cy="783601"/>
          </a:xfrm>
        </p:spPr>
        <p:txBody>
          <a:bodyPr>
            <a:normAutofit/>
          </a:bodyPr>
          <a:lstStyle/>
          <a:p>
            <a:pPr algn="ctr"/>
            <a:r>
              <a:rPr lang="en-US" i="0" dirty="0">
                <a:solidFill>
                  <a:srgbClr val="385E88"/>
                </a:solidFill>
                <a:effectLst/>
                <a:latin typeface="Roboto" panose="02000000000000000000" pitchFamily="2" charset="0"/>
              </a:rPr>
              <a:t>Projection matrix functions</a:t>
            </a:r>
            <a:endParaRPr lang="en-US" dirty="0">
              <a:solidFill>
                <a:srgbClr val="385E88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85477CE-D761-7657-749D-11D1B1B62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141992"/>
              </p:ext>
            </p:extLst>
          </p:nvPr>
        </p:nvGraphicFramePr>
        <p:xfrm>
          <a:off x="1627911" y="2787005"/>
          <a:ext cx="8936176" cy="2021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305856">
                  <a:extLst>
                    <a:ext uri="{9D8B030D-6E8A-4147-A177-3AD203B41FA5}">
                      <a16:colId xmlns:a16="http://schemas.microsoft.com/office/drawing/2014/main" val="2118875423"/>
                    </a:ext>
                  </a:extLst>
                </a:gridCol>
                <a:gridCol w="3630320">
                  <a:extLst>
                    <a:ext uri="{9D8B030D-6E8A-4147-A177-3AD203B41FA5}">
                      <a16:colId xmlns:a16="http://schemas.microsoft.com/office/drawing/2014/main" val="2601788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Job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633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glMatrixMode(GL_PROJECTION)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Switch to the projection matrix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116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gluOrtho2D(coorX , coorY)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Determine the two-dimensional view.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042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gluPerspective(angle, width/height, near, far)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Determine the three-dimensional view.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104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2736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530C5-39CB-9BC8-7673-3978F9AF7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29DAB-C726-66D2-CF2A-75C3D9D92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767" y="607981"/>
            <a:ext cx="9414464" cy="783601"/>
          </a:xfrm>
        </p:spPr>
        <p:txBody>
          <a:bodyPr>
            <a:normAutofit fontScale="90000"/>
          </a:bodyPr>
          <a:lstStyle/>
          <a:p>
            <a:pPr algn="ctr"/>
            <a:r>
              <a:rPr lang="en-US" i="0" dirty="0">
                <a:solidFill>
                  <a:srgbClr val="385E88"/>
                </a:solidFill>
                <a:effectLst/>
                <a:latin typeface="Roboto" panose="02000000000000000000" pitchFamily="2" charset="0"/>
              </a:rPr>
              <a:t>Camera control functions and transformation </a:t>
            </a:r>
            <a:endParaRPr lang="en-US" dirty="0">
              <a:solidFill>
                <a:srgbClr val="385E88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C305E3-EE04-9F96-0EFF-30FD1969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68A567D-0573-E203-6C7C-F11E6DE17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560884"/>
              </p:ext>
            </p:extLst>
          </p:nvPr>
        </p:nvGraphicFramePr>
        <p:xfrm>
          <a:off x="1388767" y="2399379"/>
          <a:ext cx="8936176" cy="38506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305856">
                  <a:extLst>
                    <a:ext uri="{9D8B030D-6E8A-4147-A177-3AD203B41FA5}">
                      <a16:colId xmlns:a16="http://schemas.microsoft.com/office/drawing/2014/main" val="2118875423"/>
                    </a:ext>
                  </a:extLst>
                </a:gridCol>
                <a:gridCol w="3630320">
                  <a:extLst>
                    <a:ext uri="{9D8B030D-6E8A-4147-A177-3AD203B41FA5}">
                      <a16:colId xmlns:a16="http://schemas.microsoft.com/office/drawing/2014/main" val="2601788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Job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633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glMatrixMode(GL_MODELVIEW)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 the model matrix and view.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116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glTranslatef(x, y, 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 the shape.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042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glRotatef(angle, x, y, 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Rotate the shape around a specific axis.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104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glScalef(x, y, z)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 or decrease the size of the shape.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112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gluLookAt(eyeX, eyeY, eyeZ,   </a:t>
                      </a:r>
                      <a:endParaRPr lang="ar-EG" dirty="0"/>
                    </a:p>
                    <a:p>
                      <a:r>
                        <a:rPr lang="ar-EG" dirty="0"/>
                        <a:t>          </a:t>
                      </a:r>
                      <a:r>
                        <a:rPr lang="en-US" dirty="0"/>
                        <a:t>centerX, centerY, centerZ,   </a:t>
                      </a:r>
                      <a:endParaRPr lang="ar-EG" dirty="0"/>
                    </a:p>
                    <a:p>
                      <a:r>
                        <a:rPr lang="ar-EG" dirty="0"/>
                        <a:t>          </a:t>
                      </a:r>
                      <a:r>
                        <a:rPr lang="en-US" dirty="0"/>
                        <a:t>upX, upY, upZ)   </a:t>
                      </a:r>
                      <a:endParaRPr lang="ar-EG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Determine the position of camera.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963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698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ECAD3-BB4F-BD16-D2B8-77E2590A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0526C-5C9D-3923-0370-EB3D5F14D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308" y="379277"/>
            <a:ext cx="1109538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i="0" dirty="0">
                <a:solidFill>
                  <a:srgbClr val="385E88"/>
                </a:solidFill>
                <a:effectLst/>
                <a:latin typeface="Roboto" panose="02000000000000000000" pitchFamily="2" charset="0"/>
              </a:rPr>
              <a:t>Some functions used in the GLUT library to draw three-dimensional shapes</a:t>
            </a:r>
            <a:endParaRPr lang="en-US" dirty="0">
              <a:solidFill>
                <a:srgbClr val="385E88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B0B90F-DD96-F91B-172A-E1C3ECAC0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2460987-5690-FC5F-5141-413420B7AB7B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757188"/>
          <a:ext cx="8128000" cy="3302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144052">
                  <a:extLst>
                    <a:ext uri="{9D8B030D-6E8A-4147-A177-3AD203B41FA5}">
                      <a16:colId xmlns:a16="http://schemas.microsoft.com/office/drawing/2014/main" val="2118875423"/>
                    </a:ext>
                  </a:extLst>
                </a:gridCol>
                <a:gridCol w="2983948">
                  <a:extLst>
                    <a:ext uri="{9D8B030D-6E8A-4147-A177-3AD203B41FA5}">
                      <a16:colId xmlns:a16="http://schemas.microsoft.com/office/drawing/2014/main" val="2601788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Job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633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glutSolidCube(size) / glutWireCube(size)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draw cube.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116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glutSolidSphere(radius, slices, stacks) /  </a:t>
                      </a:r>
                      <a:endParaRPr lang="ar-EG" dirty="0"/>
                    </a:p>
                    <a:p>
                      <a:r>
                        <a:rPr lang="en-US" dirty="0"/>
                        <a:t>glutWireSphere(radius, slices, stacks)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draw sphere.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042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glutSolidCone(base, height, slices, stacks) /</a:t>
                      </a:r>
                      <a:endParaRPr lang="ar-EG" dirty="0"/>
                    </a:p>
                    <a:p>
                      <a:r>
                        <a:rPr lang="en-US" dirty="0"/>
                        <a:t>glutWireCone(base, height, slices, stacks)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draw cone.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104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glutSolidTorus(inner, outer, sides, rings) /</a:t>
                      </a:r>
                      <a:endParaRPr lang="ar-EG" dirty="0"/>
                    </a:p>
                    <a:p>
                      <a:r>
                        <a:rPr lang="en-US" dirty="0"/>
                        <a:t>glutWireTorus(inner, outer, sides, rings)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draw torus.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592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glutSolidTeapot(size) /</a:t>
                      </a:r>
                      <a:endParaRPr lang="ar-EG" dirty="0"/>
                    </a:p>
                    <a:p>
                      <a:r>
                        <a:rPr lang="en-US" dirty="0"/>
                        <a:t>glutWireTeapot(size)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draw teapot.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123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8897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E40E6F-AA63-F1A5-C755-3E5BA7F6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FFEDBAB-C382-0FB6-CC91-51816C982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12191999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B89C66A-3D36-66D0-8C87-DE0E948CD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C58F75-AC64-221C-9972-58334078C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CDAB2-FB5D-DEC9-3635-66C1ED438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5033D-A079-7BC2-FE80-0F4B03006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2455" y="2991952"/>
            <a:ext cx="1842337" cy="734947"/>
          </a:xfrm>
        </p:spPr>
        <p:txBody>
          <a:bodyPr/>
          <a:lstStyle/>
          <a:p>
            <a:r>
              <a:rPr lang="en-US" dirty="0"/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2334730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43DE555-E612-01BB-A9C5-B34206EC4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6334990" cy="6858000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41B30B-85A1-B875-BE63-5A45F4D64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879" y="0"/>
            <a:ext cx="57750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2133" y="3061526"/>
            <a:ext cx="3730772" cy="73494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{46D00309-495E-4B4B-A026-5D8E77524CFB}tf33968143_win32</Template>
  <TotalTime>309</TotalTime>
  <Words>291</Words>
  <Application>Microsoft Office PowerPoint</Application>
  <PresentationFormat>Widescreen</PresentationFormat>
  <Paragraphs>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Avenir Next LT Pro</vt:lpstr>
      <vt:lpstr>Calibri</vt:lpstr>
      <vt:lpstr>Calibri Light</vt:lpstr>
      <vt:lpstr>Roboto</vt:lpstr>
      <vt:lpstr>Custom</vt:lpstr>
      <vt:lpstr>Computer graphics                                     sec6  </vt:lpstr>
      <vt:lpstr>Libraries</vt:lpstr>
      <vt:lpstr>Projection matrix functions</vt:lpstr>
      <vt:lpstr>Camera control functions and transformation </vt:lpstr>
      <vt:lpstr>Some functions used in the GLUT library to draw three-dimensional shapes</vt:lpstr>
      <vt:lpstr>PowerPoint Presentation</vt:lpstr>
      <vt:lpstr>PowerPoint Presentation</vt:lpstr>
      <vt:lpstr>PowerPoint Presentation</vt:lpstr>
      <vt:lpstr>PowerPoint Presentation</vt:lpstr>
      <vt:lpstr>Task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sahar magdy</dc:creator>
  <cp:lastModifiedBy>sahar magdy</cp:lastModifiedBy>
  <cp:revision>1</cp:revision>
  <dcterms:created xsi:type="dcterms:W3CDTF">2025-03-22T10:50:17Z</dcterms:created>
  <dcterms:modified xsi:type="dcterms:W3CDTF">2025-03-22T19:09:37Z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