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3" r:id="rId5"/>
    <p:sldId id="294" r:id="rId6"/>
    <p:sldId id="268" r:id="rId7"/>
    <p:sldId id="300" r:id="rId8"/>
    <p:sldId id="286" r:id="rId9"/>
    <p:sldId id="292" r:id="rId10"/>
    <p:sldId id="279" r:id="rId11"/>
    <p:sldId id="260" r:id="rId12"/>
    <p:sldId id="298" r:id="rId13"/>
    <p:sldId id="299" r:id="rId14"/>
    <p:sldId id="297" r:id="rId15"/>
    <p:sldId id="262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C9D9B-280A-4FF4-9190-9B5CDDEB5A99}" v="26" dt="2025-04-12T15:38:33.898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r magdy" userId="666e5883c08355ea" providerId="LiveId" clId="{624C9D9B-280A-4FF4-9190-9B5CDDEB5A99}"/>
    <pc:docChg chg="undo custSel addSld delSld modSld sldOrd">
      <pc:chgData name="sahar magdy" userId="666e5883c08355ea" providerId="LiveId" clId="{624C9D9B-280A-4FF4-9190-9B5CDDEB5A99}" dt="2025-04-13T06:42:45.131" v="357" actId="207"/>
      <pc:docMkLst>
        <pc:docMk/>
      </pc:docMkLst>
      <pc:sldChg chg="del">
        <pc:chgData name="sahar magdy" userId="666e5883c08355ea" providerId="LiveId" clId="{624C9D9B-280A-4FF4-9190-9B5CDDEB5A99}" dt="2025-04-12T15:10:13.234" v="251" actId="47"/>
        <pc:sldMkLst>
          <pc:docMk/>
          <pc:sldMk cId="707789176" sldId="258"/>
        </pc:sldMkLst>
      </pc:sldChg>
      <pc:sldChg chg="addSp delSp modSp mod">
        <pc:chgData name="sahar magdy" userId="666e5883c08355ea" providerId="LiveId" clId="{624C9D9B-280A-4FF4-9190-9B5CDDEB5A99}" dt="2025-04-12T15:07:20.032" v="233" actId="14100"/>
        <pc:sldMkLst>
          <pc:docMk/>
          <pc:sldMk cId="566997565" sldId="260"/>
        </pc:sldMkLst>
        <pc:spChg chg="add del mod">
          <ac:chgData name="sahar magdy" userId="666e5883c08355ea" providerId="LiveId" clId="{624C9D9B-280A-4FF4-9190-9B5CDDEB5A99}" dt="2025-04-12T15:05:51.592" v="226" actId="478"/>
          <ac:spMkLst>
            <pc:docMk/>
            <pc:sldMk cId="566997565" sldId="260"/>
            <ac:spMk id="4" creationId="{F363DC41-A2E9-B61F-AAD5-9E1DBC6AADD4}"/>
          </ac:spMkLst>
        </pc:spChg>
        <pc:spChg chg="add del mod">
          <ac:chgData name="sahar magdy" userId="666e5883c08355ea" providerId="LiveId" clId="{624C9D9B-280A-4FF4-9190-9B5CDDEB5A99}" dt="2025-04-12T15:05:55.568" v="228" actId="478"/>
          <ac:spMkLst>
            <pc:docMk/>
            <pc:sldMk cId="566997565" sldId="260"/>
            <ac:spMk id="6" creationId="{8B56E476-199E-6DB1-5C45-39C2A3A787FE}"/>
          </ac:spMkLst>
        </pc:spChg>
        <pc:spChg chg="del">
          <ac:chgData name="sahar magdy" userId="666e5883c08355ea" providerId="LiveId" clId="{624C9D9B-280A-4FF4-9190-9B5CDDEB5A99}" dt="2025-04-12T15:05:54.579" v="227" actId="478"/>
          <ac:spMkLst>
            <pc:docMk/>
            <pc:sldMk cId="566997565" sldId="260"/>
            <ac:spMk id="11" creationId="{B1B29E87-9C2C-400B-834D-4E4BD6E944D0}"/>
          </ac:spMkLst>
        </pc:spChg>
        <pc:graphicFrameChg chg="del">
          <ac:chgData name="sahar magdy" userId="666e5883c08355ea" providerId="LiveId" clId="{624C9D9B-280A-4FF4-9190-9B5CDDEB5A99}" dt="2025-04-12T15:05:50.218" v="225" actId="478"/>
          <ac:graphicFrameMkLst>
            <pc:docMk/>
            <pc:sldMk cId="566997565" sldId="260"/>
            <ac:graphicFrameMk id="14" creationId="{597B3320-3330-1F17-5E4B-B24CAB0A4487}"/>
          </ac:graphicFrameMkLst>
        </pc:graphicFrameChg>
        <pc:picChg chg="add mod">
          <ac:chgData name="sahar magdy" userId="666e5883c08355ea" providerId="LiveId" clId="{624C9D9B-280A-4FF4-9190-9B5CDDEB5A99}" dt="2025-04-12T15:07:20.032" v="233" actId="14100"/>
          <ac:picMkLst>
            <pc:docMk/>
            <pc:sldMk cId="566997565" sldId="260"/>
            <ac:picMk id="8" creationId="{86B87F21-6E66-C2C0-A0C7-6FC2980E64A3}"/>
          </ac:picMkLst>
        </pc:picChg>
      </pc:sldChg>
      <pc:sldChg chg="add">
        <pc:chgData name="sahar magdy" userId="666e5883c08355ea" providerId="LiveId" clId="{624C9D9B-280A-4FF4-9190-9B5CDDEB5A99}" dt="2025-04-12T13:06:15.337" v="191"/>
        <pc:sldMkLst>
          <pc:docMk/>
          <pc:sldMk cId="421762212" sldId="262"/>
        </pc:sldMkLst>
      </pc:sldChg>
      <pc:sldChg chg="addSp delSp modSp del mod">
        <pc:chgData name="sahar magdy" userId="666e5883c08355ea" providerId="LiveId" clId="{624C9D9B-280A-4FF4-9190-9B5CDDEB5A99}" dt="2025-04-12T13:06:10.092" v="190" actId="2696"/>
        <pc:sldMkLst>
          <pc:docMk/>
          <pc:sldMk cId="1593920805" sldId="262"/>
        </pc:sldMkLst>
        <pc:spChg chg="del">
          <ac:chgData name="sahar magdy" userId="666e5883c08355ea" providerId="LiveId" clId="{624C9D9B-280A-4FF4-9190-9B5CDDEB5A99}" dt="2025-04-12T13:04:54.376" v="182" actId="478"/>
          <ac:spMkLst>
            <pc:docMk/>
            <pc:sldMk cId="1593920805" sldId="262"/>
            <ac:spMk id="2" creationId="{75031FE9-9059-4FE8-B4AC-9771F23A1B89}"/>
          </ac:spMkLst>
        </pc:spChg>
        <pc:spChg chg="add del mod">
          <ac:chgData name="sahar magdy" userId="666e5883c08355ea" providerId="LiveId" clId="{624C9D9B-280A-4FF4-9190-9B5CDDEB5A99}" dt="2025-04-12T13:04:51.579" v="181" actId="478"/>
          <ac:spMkLst>
            <pc:docMk/>
            <pc:sldMk cId="1593920805" sldId="262"/>
            <ac:spMk id="4" creationId="{6F070801-718C-B8BC-80AA-AD5F5180320D}"/>
          </ac:spMkLst>
        </pc:spChg>
        <pc:spChg chg="add del mod">
          <ac:chgData name="sahar magdy" userId="666e5883c08355ea" providerId="LiveId" clId="{624C9D9B-280A-4FF4-9190-9B5CDDEB5A99}" dt="2025-04-12T13:04:55.584" v="183" actId="478"/>
          <ac:spMkLst>
            <pc:docMk/>
            <pc:sldMk cId="1593920805" sldId="262"/>
            <ac:spMk id="6" creationId="{355E1B4F-ACA8-8327-2322-17AE24466AE0}"/>
          </ac:spMkLst>
        </pc:spChg>
        <pc:spChg chg="del">
          <ac:chgData name="sahar magdy" userId="666e5883c08355ea" providerId="LiveId" clId="{624C9D9B-280A-4FF4-9190-9B5CDDEB5A99}" dt="2025-04-12T13:04:49.662" v="180" actId="478"/>
          <ac:spMkLst>
            <pc:docMk/>
            <pc:sldMk cId="1593920805" sldId="262"/>
            <ac:spMk id="8" creationId="{87441910-6501-5C60-C05A-BAFF34C25798}"/>
          </ac:spMkLst>
        </pc:spChg>
        <pc:picChg chg="add mod">
          <ac:chgData name="sahar magdy" userId="666e5883c08355ea" providerId="LiveId" clId="{624C9D9B-280A-4FF4-9190-9B5CDDEB5A99}" dt="2025-04-12T13:05:18.817" v="188" actId="14100"/>
          <ac:picMkLst>
            <pc:docMk/>
            <pc:sldMk cId="1593920805" sldId="262"/>
            <ac:picMk id="9" creationId="{432818B0-B0E5-8AAD-7E12-A16F784984DE}"/>
          </ac:picMkLst>
        </pc:picChg>
      </pc:sldChg>
      <pc:sldChg chg="del">
        <pc:chgData name="sahar magdy" userId="666e5883c08355ea" providerId="LiveId" clId="{624C9D9B-280A-4FF4-9190-9B5CDDEB5A99}" dt="2025-04-12T15:10:02.366" v="248" actId="47"/>
        <pc:sldMkLst>
          <pc:docMk/>
          <pc:sldMk cId="1346372204" sldId="264"/>
        </pc:sldMkLst>
      </pc:sldChg>
      <pc:sldChg chg="addSp delSp modSp mod">
        <pc:chgData name="sahar magdy" userId="666e5883c08355ea" providerId="LiveId" clId="{624C9D9B-280A-4FF4-9190-9B5CDDEB5A99}" dt="2025-04-13T06:42:45.131" v="357" actId="207"/>
        <pc:sldMkLst>
          <pc:docMk/>
          <pc:sldMk cId="4151694508" sldId="268"/>
        </pc:sldMkLst>
        <pc:spChg chg="add del mod">
          <ac:chgData name="sahar magdy" userId="666e5883c08355ea" providerId="LiveId" clId="{624C9D9B-280A-4FF4-9190-9B5CDDEB5A99}" dt="2025-04-12T12:10:23.286" v="10" actId="478"/>
          <ac:spMkLst>
            <pc:docMk/>
            <pc:sldMk cId="4151694508" sldId="268"/>
            <ac:spMk id="3" creationId="{DD4DE53F-DEF0-4618-AA41-74A8F1A397CB}"/>
          </ac:spMkLst>
        </pc:spChg>
        <pc:spChg chg="mod">
          <ac:chgData name="sahar magdy" userId="666e5883c08355ea" providerId="LiveId" clId="{624C9D9B-280A-4FF4-9190-9B5CDDEB5A99}" dt="2025-04-12T12:11:08.201" v="16" actId="1076"/>
          <ac:spMkLst>
            <pc:docMk/>
            <pc:sldMk cId="4151694508" sldId="268"/>
            <ac:spMk id="4" creationId="{FAD2AE59-5630-4D5C-83A9-4CDEF4D7DCFB}"/>
          </ac:spMkLst>
        </pc:spChg>
        <pc:spChg chg="del">
          <ac:chgData name="sahar magdy" userId="666e5883c08355ea" providerId="LiveId" clId="{624C9D9B-280A-4FF4-9190-9B5CDDEB5A99}" dt="2025-04-12T12:10:20.218" v="9" actId="478"/>
          <ac:spMkLst>
            <pc:docMk/>
            <pc:sldMk cId="4151694508" sldId="268"/>
            <ac:spMk id="6" creationId="{5A6B31B0-7B84-475D-961F-09C0191F91A2}"/>
          </ac:spMkLst>
        </pc:spChg>
        <pc:spChg chg="del">
          <ac:chgData name="sahar magdy" userId="666e5883c08355ea" providerId="LiveId" clId="{624C9D9B-280A-4FF4-9190-9B5CDDEB5A99}" dt="2025-04-12T12:10:26.239" v="11" actId="478"/>
          <ac:spMkLst>
            <pc:docMk/>
            <pc:sldMk cId="4151694508" sldId="268"/>
            <ac:spMk id="8" creationId="{813F3455-E568-40C9-9F4D-8C89F4CD95F8}"/>
          </ac:spMkLst>
        </pc:spChg>
        <pc:spChg chg="add del mod">
          <ac:chgData name="sahar magdy" userId="666e5883c08355ea" providerId="LiveId" clId="{624C9D9B-280A-4FF4-9190-9B5CDDEB5A99}" dt="2025-04-12T12:10:27.602" v="12" actId="478"/>
          <ac:spMkLst>
            <pc:docMk/>
            <pc:sldMk cId="4151694508" sldId="268"/>
            <ac:spMk id="9" creationId="{EB89F8DF-A617-DC70-54C4-C6841C4719F1}"/>
          </ac:spMkLst>
        </pc:spChg>
        <pc:graphicFrameChg chg="add mod modGraphic">
          <ac:chgData name="sahar magdy" userId="666e5883c08355ea" providerId="LiveId" clId="{624C9D9B-280A-4FF4-9190-9B5CDDEB5A99}" dt="2025-04-13T06:42:45.131" v="357" actId="207"/>
          <ac:graphicFrameMkLst>
            <pc:docMk/>
            <pc:sldMk cId="4151694508" sldId="268"/>
            <ac:graphicFrameMk id="10" creationId="{9E79FB13-F55D-69E5-5635-37621ADA5AA2}"/>
          </ac:graphicFrameMkLst>
        </pc:graphicFrameChg>
      </pc:sldChg>
      <pc:sldChg chg="addSp delSp modSp mod">
        <pc:chgData name="sahar magdy" userId="666e5883c08355ea" providerId="LiveId" clId="{624C9D9B-280A-4FF4-9190-9B5CDDEB5A99}" dt="2025-04-12T13:06:49.490" v="200" actId="1076"/>
        <pc:sldMkLst>
          <pc:docMk/>
          <pc:sldMk cId="2436493926" sldId="276"/>
        </pc:sldMkLst>
        <pc:spChg chg="add del mod">
          <ac:chgData name="sahar magdy" userId="666e5883c08355ea" providerId="LiveId" clId="{624C9D9B-280A-4FF4-9190-9B5CDDEB5A99}" dt="2025-04-12T13:06:49.490" v="200" actId="1076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sahar magdy" userId="666e5883c08355ea" providerId="LiveId" clId="{624C9D9B-280A-4FF4-9190-9B5CDDEB5A99}" dt="2025-04-12T13:06:21.565" v="192" actId="478"/>
          <ac:spMkLst>
            <pc:docMk/>
            <pc:sldMk cId="2436493926" sldId="276"/>
            <ac:spMk id="3" creationId="{24AFFC60-19C3-4901-93F7-7AAF4C09F8C6}"/>
          </ac:spMkLst>
        </pc:spChg>
        <pc:spChg chg="add del mod">
          <ac:chgData name="sahar magdy" userId="666e5883c08355ea" providerId="LiveId" clId="{624C9D9B-280A-4FF4-9190-9B5CDDEB5A99}" dt="2025-04-12T13:06:24.256" v="193" actId="478"/>
          <ac:spMkLst>
            <pc:docMk/>
            <pc:sldMk cId="2436493926" sldId="276"/>
            <ac:spMk id="5" creationId="{DC57685E-2581-A7E4-BCBE-23CCB2DAA2CF}"/>
          </ac:spMkLst>
        </pc:spChg>
        <pc:spChg chg="add del mod">
          <ac:chgData name="sahar magdy" userId="666e5883c08355ea" providerId="LiveId" clId="{624C9D9B-280A-4FF4-9190-9B5CDDEB5A99}" dt="2025-04-12T13:06:38.922" v="197" actId="478"/>
          <ac:spMkLst>
            <pc:docMk/>
            <pc:sldMk cId="2436493926" sldId="276"/>
            <ac:spMk id="7" creationId="{95DE35F7-86A0-99DE-B740-A26077F2D95D}"/>
          </ac:spMkLst>
        </pc:spChg>
      </pc:sldChg>
      <pc:sldChg chg="addSp delSp modSp mod">
        <pc:chgData name="sahar magdy" userId="666e5883c08355ea" providerId="LiveId" clId="{624C9D9B-280A-4FF4-9190-9B5CDDEB5A99}" dt="2025-04-12T15:05:41.455" v="224" actId="14100"/>
        <pc:sldMkLst>
          <pc:docMk/>
          <pc:sldMk cId="4252466045" sldId="279"/>
        </pc:sldMkLst>
        <pc:spChg chg="add del mod">
          <ac:chgData name="sahar magdy" userId="666e5883c08355ea" providerId="LiveId" clId="{624C9D9B-280A-4FF4-9190-9B5CDDEB5A99}" dt="2025-04-12T15:04:14.847" v="214" actId="478"/>
          <ac:spMkLst>
            <pc:docMk/>
            <pc:sldMk cId="4252466045" sldId="279"/>
            <ac:spMk id="3" creationId="{D2A4A803-3191-E19D-CCFD-EDCD431C8690}"/>
          </ac:spMkLst>
        </pc:spChg>
        <pc:spChg chg="add del mod">
          <ac:chgData name="sahar magdy" userId="666e5883c08355ea" providerId="LiveId" clId="{624C9D9B-280A-4FF4-9190-9B5CDDEB5A99}" dt="2025-04-12T15:04:21.171" v="216" actId="478"/>
          <ac:spMkLst>
            <pc:docMk/>
            <pc:sldMk cId="4252466045" sldId="279"/>
            <ac:spMk id="5" creationId="{35C2A81B-D5C3-F970-47BD-B30F883B5AF4}"/>
          </ac:spMkLst>
        </pc:spChg>
        <pc:spChg chg="del">
          <ac:chgData name="sahar magdy" userId="666e5883c08355ea" providerId="LiveId" clId="{624C9D9B-280A-4FF4-9190-9B5CDDEB5A99}" dt="2025-04-12T15:04:13.811" v="213" actId="478"/>
          <ac:spMkLst>
            <pc:docMk/>
            <pc:sldMk cId="4252466045" sldId="279"/>
            <ac:spMk id="7" creationId="{3FF2D739-E475-54F8-C832-F04A983D0F24}"/>
          </ac:spMkLst>
        </pc:spChg>
        <pc:spChg chg="del">
          <ac:chgData name="sahar magdy" userId="666e5883c08355ea" providerId="LiveId" clId="{624C9D9B-280A-4FF4-9190-9B5CDDEB5A99}" dt="2025-04-12T15:04:24.091" v="217" actId="478"/>
          <ac:spMkLst>
            <pc:docMk/>
            <pc:sldMk cId="4252466045" sldId="279"/>
            <ac:spMk id="8" creationId="{8E323639-65E1-FDBD-1BE3-374BB39C1971}"/>
          </ac:spMkLst>
        </pc:spChg>
        <pc:spChg chg="add del mod">
          <ac:chgData name="sahar magdy" userId="666e5883c08355ea" providerId="LiveId" clId="{624C9D9B-280A-4FF4-9190-9B5CDDEB5A99}" dt="2025-04-12T15:04:28.062" v="219" actId="478"/>
          <ac:spMkLst>
            <pc:docMk/>
            <pc:sldMk cId="4252466045" sldId="279"/>
            <ac:spMk id="9" creationId="{D9D607F2-B8F9-8AAA-B3B7-C070370E40D0}"/>
          </ac:spMkLst>
        </pc:spChg>
        <pc:spChg chg="del">
          <ac:chgData name="sahar magdy" userId="666e5883c08355ea" providerId="LiveId" clId="{624C9D9B-280A-4FF4-9190-9B5CDDEB5A99}" dt="2025-04-12T15:04:20.043" v="215" actId="478"/>
          <ac:spMkLst>
            <pc:docMk/>
            <pc:sldMk cId="4252466045" sldId="279"/>
            <ac:spMk id="23" creationId="{5FB75C3E-5885-49DD-8190-BB1E8C511A7E}"/>
          </ac:spMkLst>
        </pc:spChg>
        <pc:picChg chg="add mod">
          <ac:chgData name="sahar magdy" userId="666e5883c08355ea" providerId="LiveId" clId="{624C9D9B-280A-4FF4-9190-9B5CDDEB5A99}" dt="2025-04-12T15:05:41.455" v="224" actId="14100"/>
          <ac:picMkLst>
            <pc:docMk/>
            <pc:sldMk cId="4252466045" sldId="279"/>
            <ac:picMk id="11" creationId="{AA8CCC23-BF8F-BF20-B56D-16047383E92C}"/>
          </ac:picMkLst>
        </pc:picChg>
      </pc:sldChg>
      <pc:sldChg chg="addSp delSp modSp mod">
        <pc:chgData name="sahar magdy" userId="666e5883c08355ea" providerId="LiveId" clId="{624C9D9B-280A-4FF4-9190-9B5CDDEB5A99}" dt="2025-04-12T12:44:06.687" v="177" actId="14100"/>
        <pc:sldMkLst>
          <pc:docMk/>
          <pc:sldMk cId="1418789964" sldId="286"/>
        </pc:sldMkLst>
        <pc:spChg chg="del">
          <ac:chgData name="sahar magdy" userId="666e5883c08355ea" providerId="LiveId" clId="{624C9D9B-280A-4FF4-9190-9B5CDDEB5A99}" dt="2025-04-12T12:43:48.954" v="169" actId="478"/>
          <ac:spMkLst>
            <pc:docMk/>
            <pc:sldMk cId="1418789964" sldId="286"/>
            <ac:spMk id="2" creationId="{67708C79-A4AC-4B5D-92DF-600737E4D11A}"/>
          </ac:spMkLst>
        </pc:spChg>
        <pc:spChg chg="add del mod">
          <ac:chgData name="sahar magdy" userId="666e5883c08355ea" providerId="LiveId" clId="{624C9D9B-280A-4FF4-9190-9B5CDDEB5A99}" dt="2025-04-12T12:43:50.211" v="170" actId="478"/>
          <ac:spMkLst>
            <pc:docMk/>
            <pc:sldMk cId="1418789964" sldId="286"/>
            <ac:spMk id="4" creationId="{728225A6-7C26-6152-CD82-12E41B367CF9}"/>
          </ac:spMkLst>
        </pc:spChg>
        <pc:spChg chg="add del mod">
          <ac:chgData name="sahar magdy" userId="666e5883c08355ea" providerId="LiveId" clId="{624C9D9B-280A-4FF4-9190-9B5CDDEB5A99}" dt="2025-04-12T12:43:54.094" v="172" actId="478"/>
          <ac:spMkLst>
            <pc:docMk/>
            <pc:sldMk cId="1418789964" sldId="286"/>
            <ac:spMk id="6" creationId="{4BFEEAC6-75BF-C3CA-27C9-9CE92C69D1FA}"/>
          </ac:spMkLst>
        </pc:spChg>
        <pc:spChg chg="del">
          <ac:chgData name="sahar magdy" userId="666e5883c08355ea" providerId="LiveId" clId="{624C9D9B-280A-4FF4-9190-9B5CDDEB5A99}" dt="2025-04-12T12:43:56.678" v="173" actId="478"/>
          <ac:spMkLst>
            <pc:docMk/>
            <pc:sldMk cId="1418789964" sldId="286"/>
            <ac:spMk id="7" creationId="{02492136-277B-808E-9D1B-0527359207DB}"/>
          </ac:spMkLst>
        </pc:spChg>
        <pc:spChg chg="add del mod">
          <ac:chgData name="sahar magdy" userId="666e5883c08355ea" providerId="LiveId" clId="{624C9D9B-280A-4FF4-9190-9B5CDDEB5A99}" dt="2025-04-12T12:43:57.648" v="174" actId="478"/>
          <ac:spMkLst>
            <pc:docMk/>
            <pc:sldMk cId="1418789964" sldId="286"/>
            <ac:spMk id="9" creationId="{59108BBF-5CA2-E52E-9D76-AE73AAEACC6C}"/>
          </ac:spMkLst>
        </pc:spChg>
        <pc:spChg chg="del">
          <ac:chgData name="sahar magdy" userId="666e5883c08355ea" providerId="LiveId" clId="{624C9D9B-280A-4FF4-9190-9B5CDDEB5A99}" dt="2025-04-12T12:43:52.941" v="171" actId="478"/>
          <ac:spMkLst>
            <pc:docMk/>
            <pc:sldMk cId="1418789964" sldId="286"/>
            <ac:spMk id="12" creationId="{D3251268-42B4-3B45-A59B-740E2DB97A00}"/>
          </ac:spMkLst>
        </pc:spChg>
        <pc:picChg chg="add mod">
          <ac:chgData name="sahar magdy" userId="666e5883c08355ea" providerId="LiveId" clId="{624C9D9B-280A-4FF4-9190-9B5CDDEB5A99}" dt="2025-04-12T12:44:06.687" v="177" actId="14100"/>
          <ac:picMkLst>
            <pc:docMk/>
            <pc:sldMk cId="1418789964" sldId="286"/>
            <ac:picMk id="11" creationId="{55F21EE0-4533-9E29-5F16-BF059F34A225}"/>
          </ac:picMkLst>
        </pc:picChg>
      </pc:sldChg>
      <pc:sldChg chg="del">
        <pc:chgData name="sahar magdy" userId="666e5883c08355ea" providerId="LiveId" clId="{624C9D9B-280A-4FF4-9190-9B5CDDEB5A99}" dt="2025-04-12T15:10:10.709" v="250" actId="47"/>
        <pc:sldMkLst>
          <pc:docMk/>
          <pc:sldMk cId="1329539271" sldId="290"/>
        </pc:sldMkLst>
      </pc:sldChg>
      <pc:sldChg chg="del ord">
        <pc:chgData name="sahar magdy" userId="666e5883c08355ea" providerId="LiveId" clId="{624C9D9B-280A-4FF4-9190-9B5CDDEB5A99}" dt="2025-04-12T15:10:03.595" v="249" actId="47"/>
        <pc:sldMkLst>
          <pc:docMk/>
          <pc:sldMk cId="3003251909" sldId="291"/>
        </pc:sldMkLst>
      </pc:sldChg>
      <pc:sldChg chg="addSp delSp modSp mod modAnim">
        <pc:chgData name="sahar magdy" userId="666e5883c08355ea" providerId="LiveId" clId="{624C9D9B-280A-4FF4-9190-9B5CDDEB5A99}" dt="2025-04-12T15:03:16.516" v="212" actId="14100"/>
        <pc:sldMkLst>
          <pc:docMk/>
          <pc:sldMk cId="2390678392" sldId="292"/>
        </pc:sldMkLst>
        <pc:spChg chg="del">
          <ac:chgData name="sahar magdy" userId="666e5883c08355ea" providerId="LiveId" clId="{624C9D9B-280A-4FF4-9190-9B5CDDEB5A99}" dt="2025-04-12T15:02:43.227" v="201" actId="478"/>
          <ac:spMkLst>
            <pc:docMk/>
            <pc:sldMk cId="2390678392" sldId="292"/>
            <ac:spMk id="2" creationId="{CC80C883-7528-F9C5-D6FA-15EC059A3021}"/>
          </ac:spMkLst>
        </pc:spChg>
        <pc:spChg chg="add del mod">
          <ac:chgData name="sahar magdy" userId="666e5883c08355ea" providerId="LiveId" clId="{624C9D9B-280A-4FF4-9190-9B5CDDEB5A99}" dt="2025-04-12T15:02:45.803" v="202" actId="478"/>
          <ac:spMkLst>
            <pc:docMk/>
            <pc:sldMk cId="2390678392" sldId="292"/>
            <ac:spMk id="5" creationId="{B93B4EBD-9703-7B50-5D32-C77F75880BDB}"/>
          </ac:spMkLst>
        </pc:spChg>
        <pc:spChg chg="del">
          <ac:chgData name="sahar magdy" userId="666e5883c08355ea" providerId="LiveId" clId="{624C9D9B-280A-4FF4-9190-9B5CDDEB5A99}" dt="2025-04-12T15:02:48.216" v="203" actId="478"/>
          <ac:spMkLst>
            <pc:docMk/>
            <pc:sldMk cId="2390678392" sldId="292"/>
            <ac:spMk id="6" creationId="{3A7E69BA-FC91-08A5-671F-B53E6E989C6F}"/>
          </ac:spMkLst>
        </pc:spChg>
        <pc:spChg chg="add del mod">
          <ac:chgData name="sahar magdy" userId="666e5883c08355ea" providerId="LiveId" clId="{624C9D9B-280A-4FF4-9190-9B5CDDEB5A99}" dt="2025-04-12T15:02:51.028" v="205" actId="478"/>
          <ac:spMkLst>
            <pc:docMk/>
            <pc:sldMk cId="2390678392" sldId="292"/>
            <ac:spMk id="9" creationId="{CD1781B5-A90A-E404-4A7D-5B3B71B57711}"/>
          </ac:spMkLst>
        </pc:spChg>
        <pc:spChg chg="add del mod">
          <ac:chgData name="sahar magdy" userId="666e5883c08355ea" providerId="LiveId" clId="{624C9D9B-280A-4FF4-9190-9B5CDDEB5A99}" dt="2025-04-12T15:02:55.446" v="207" actId="478"/>
          <ac:spMkLst>
            <pc:docMk/>
            <pc:sldMk cId="2390678392" sldId="292"/>
            <ac:spMk id="11" creationId="{8AD4FC5E-4B1A-3EF3-3755-3E09EB63B5DA}"/>
          </ac:spMkLst>
        </pc:spChg>
        <pc:graphicFrameChg chg="del">
          <ac:chgData name="sahar magdy" userId="666e5883c08355ea" providerId="LiveId" clId="{624C9D9B-280A-4FF4-9190-9B5CDDEB5A99}" dt="2025-04-12T15:02:54.257" v="206" actId="478"/>
          <ac:graphicFrameMkLst>
            <pc:docMk/>
            <pc:sldMk cId="2390678392" sldId="292"/>
            <ac:graphicFrameMk id="8" creationId="{24EE9911-8AC9-5BE2-4456-0175FD28D083}"/>
          </ac:graphicFrameMkLst>
        </pc:graphicFrameChg>
        <pc:picChg chg="add mod">
          <ac:chgData name="sahar magdy" userId="666e5883c08355ea" providerId="LiveId" clId="{624C9D9B-280A-4FF4-9190-9B5CDDEB5A99}" dt="2025-04-12T15:03:16.516" v="212" actId="14100"/>
          <ac:picMkLst>
            <pc:docMk/>
            <pc:sldMk cId="2390678392" sldId="292"/>
            <ac:picMk id="12" creationId="{A013CDE1-B6BE-EBF3-B9B3-157AA27E450A}"/>
          </ac:picMkLst>
        </pc:picChg>
      </pc:sldChg>
      <pc:sldChg chg="add">
        <pc:chgData name="sahar magdy" userId="666e5883c08355ea" providerId="LiveId" clId="{624C9D9B-280A-4FF4-9190-9B5CDDEB5A99}" dt="2025-04-12T13:06:06.859" v="189"/>
        <pc:sldMkLst>
          <pc:docMk/>
          <pc:sldMk cId="2334730579" sldId="297"/>
        </pc:sldMkLst>
      </pc:sldChg>
      <pc:sldChg chg="addSp delSp modSp add mod">
        <pc:chgData name="sahar magdy" userId="666e5883c08355ea" providerId="LiveId" clId="{624C9D9B-280A-4FF4-9190-9B5CDDEB5A99}" dt="2025-04-12T15:08:24.403" v="242" actId="14100"/>
        <pc:sldMkLst>
          <pc:docMk/>
          <pc:sldMk cId="3863002603" sldId="298"/>
        </pc:sldMkLst>
        <pc:picChg chg="add mod">
          <ac:chgData name="sahar magdy" userId="666e5883c08355ea" providerId="LiveId" clId="{624C9D9B-280A-4FF4-9190-9B5CDDEB5A99}" dt="2025-04-12T15:08:24.403" v="242" actId="14100"/>
          <ac:picMkLst>
            <pc:docMk/>
            <pc:sldMk cId="3863002603" sldId="298"/>
            <ac:picMk id="4" creationId="{BAE7D3EE-0F30-49CE-B310-B2B5502F6A6A}"/>
          </ac:picMkLst>
        </pc:picChg>
        <pc:picChg chg="del">
          <ac:chgData name="sahar magdy" userId="666e5883c08355ea" providerId="LiveId" clId="{624C9D9B-280A-4FF4-9190-9B5CDDEB5A99}" dt="2025-04-12T15:07:27.030" v="235" actId="478"/>
          <ac:picMkLst>
            <pc:docMk/>
            <pc:sldMk cId="3863002603" sldId="298"/>
            <ac:picMk id="8" creationId="{DC2B01FA-0F41-46B5-7B09-03AFC6C1874E}"/>
          </ac:picMkLst>
        </pc:picChg>
      </pc:sldChg>
      <pc:sldChg chg="addSp delSp modSp add mod">
        <pc:chgData name="sahar magdy" userId="666e5883c08355ea" providerId="LiveId" clId="{624C9D9B-280A-4FF4-9190-9B5CDDEB5A99}" dt="2025-04-12T15:09:32.194" v="247" actId="14100"/>
        <pc:sldMkLst>
          <pc:docMk/>
          <pc:sldMk cId="2735493283" sldId="299"/>
        </pc:sldMkLst>
        <pc:picChg chg="add mod">
          <ac:chgData name="sahar magdy" userId="666e5883c08355ea" providerId="LiveId" clId="{624C9D9B-280A-4FF4-9190-9B5CDDEB5A99}" dt="2025-04-12T15:09:32.194" v="247" actId="14100"/>
          <ac:picMkLst>
            <pc:docMk/>
            <pc:sldMk cId="2735493283" sldId="299"/>
            <ac:picMk id="4" creationId="{1C4A0D4E-E190-7611-D0A7-85E927198F52}"/>
          </ac:picMkLst>
        </pc:picChg>
        <pc:picChg chg="del">
          <ac:chgData name="sahar magdy" userId="666e5883c08355ea" providerId="LiveId" clId="{624C9D9B-280A-4FF4-9190-9B5CDDEB5A99}" dt="2025-04-12T15:07:30.906" v="237" actId="478"/>
          <ac:picMkLst>
            <pc:docMk/>
            <pc:sldMk cId="2735493283" sldId="299"/>
            <ac:picMk id="8" creationId="{D12B173E-4C0E-25A8-E8E3-1F18A1182B0F}"/>
          </ac:picMkLst>
        </pc:picChg>
      </pc:sldChg>
      <pc:sldChg chg="modSp add mod">
        <pc:chgData name="sahar magdy" userId="666e5883c08355ea" providerId="LiveId" clId="{624C9D9B-280A-4FF4-9190-9B5CDDEB5A99}" dt="2025-04-12T15:38:36.839" v="320" actId="20577"/>
        <pc:sldMkLst>
          <pc:docMk/>
          <pc:sldMk cId="3106188336" sldId="300"/>
        </pc:sldMkLst>
        <pc:spChg chg="mod">
          <ac:chgData name="sahar magdy" userId="666e5883c08355ea" providerId="LiveId" clId="{624C9D9B-280A-4FF4-9190-9B5CDDEB5A99}" dt="2025-04-12T15:38:05.685" v="315" actId="1076"/>
          <ac:spMkLst>
            <pc:docMk/>
            <pc:sldMk cId="3106188336" sldId="300"/>
            <ac:spMk id="4" creationId="{037D88D7-6E8E-47BE-D2A6-F11CADEFC5CD}"/>
          </ac:spMkLst>
        </pc:spChg>
        <pc:graphicFrameChg chg="mod modGraphic">
          <ac:chgData name="sahar magdy" userId="666e5883c08355ea" providerId="LiveId" clId="{624C9D9B-280A-4FF4-9190-9B5CDDEB5A99}" dt="2025-04-12T15:38:36.839" v="320" actId="20577"/>
          <ac:graphicFrameMkLst>
            <pc:docMk/>
            <pc:sldMk cId="3106188336" sldId="300"/>
            <ac:graphicFrameMk id="10" creationId="{84A19609-00B4-9BFD-9B0F-E3E1013668B3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13C563-731C-4576-9ACF-1EE55F03B879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DB06F6-7629-4AA9-B8C8-A3DDA2500C56}">
      <dgm:prSet/>
      <dgm:spPr/>
      <dgm:t>
        <a:bodyPr/>
        <a:lstStyle/>
        <a:p>
          <a:pPr rtl="0"/>
          <a:r>
            <a:rPr lang="en-US" b="0" i="0"/>
            <a:t>Graphics</a:t>
          </a:r>
          <a:endParaRPr lang="en-US"/>
        </a:p>
      </dgm:t>
    </dgm:pt>
    <dgm:pt modelId="{DC7F97A0-10F6-4ED2-8EB3-1273B18F35A1}" type="parTrans" cxnId="{0C8DE200-4AE1-404B-9D91-38BD0BF5DC4C}">
      <dgm:prSet/>
      <dgm:spPr/>
      <dgm:t>
        <a:bodyPr/>
        <a:lstStyle/>
        <a:p>
          <a:endParaRPr lang="en-US"/>
        </a:p>
      </dgm:t>
    </dgm:pt>
    <dgm:pt modelId="{4C09B87D-69F2-4EB2-8442-AD1AFD7F34BC}" type="sibTrans" cxnId="{0C8DE200-4AE1-404B-9D91-38BD0BF5DC4C}">
      <dgm:prSet/>
      <dgm:spPr/>
      <dgm:t>
        <a:bodyPr/>
        <a:lstStyle/>
        <a:p>
          <a:endParaRPr lang="en-US"/>
        </a:p>
      </dgm:t>
    </dgm:pt>
    <dgm:pt modelId="{9AA9F5D0-83E3-4CF9-AC79-890275F9995E}">
      <dgm:prSet/>
      <dgm:spPr/>
      <dgm:t>
        <a:bodyPr/>
        <a:lstStyle/>
        <a:p>
          <a:pPr rtl="0"/>
          <a:r>
            <a:rPr lang="en-US" b="0" i="0" dirty="0"/>
            <a:t>Turtle</a:t>
          </a:r>
          <a:endParaRPr lang="en-US" b="0" dirty="0"/>
        </a:p>
      </dgm:t>
    </dgm:pt>
    <dgm:pt modelId="{3E16C7D5-AE93-4FA7-9065-B31AA11C7B04}" type="parTrans" cxnId="{42224954-6190-4E98-BD8B-8A413DB3188F}">
      <dgm:prSet/>
      <dgm:spPr/>
      <dgm:t>
        <a:bodyPr/>
        <a:lstStyle/>
        <a:p>
          <a:endParaRPr lang="en-US"/>
        </a:p>
      </dgm:t>
    </dgm:pt>
    <dgm:pt modelId="{F83AB721-259A-45ED-89CA-D65C394B281A}" type="sibTrans" cxnId="{42224954-6190-4E98-BD8B-8A413DB3188F}">
      <dgm:prSet/>
      <dgm:spPr/>
      <dgm:t>
        <a:bodyPr/>
        <a:lstStyle/>
        <a:p>
          <a:endParaRPr lang="en-US"/>
        </a:p>
      </dgm:t>
    </dgm:pt>
    <dgm:pt modelId="{88B44FFC-4CD3-415D-A12F-A4694ABC53EB}">
      <dgm:prSet/>
      <dgm:spPr/>
      <dgm:t>
        <a:bodyPr/>
        <a:lstStyle/>
        <a:p>
          <a:pPr rtl="0"/>
          <a:r>
            <a:rPr lang="en-US" b="1" i="0" dirty="0"/>
            <a:t>Open GL</a:t>
          </a:r>
          <a:endParaRPr lang="en-US" b="1" dirty="0"/>
        </a:p>
      </dgm:t>
    </dgm:pt>
    <dgm:pt modelId="{03B357D2-666E-4E00-ADEE-21C10A7C27F0}" type="parTrans" cxnId="{7B4A1DDF-5A69-4CEC-97AE-8CF60CB35FDE}">
      <dgm:prSet/>
      <dgm:spPr/>
      <dgm:t>
        <a:bodyPr/>
        <a:lstStyle/>
        <a:p>
          <a:endParaRPr lang="en-US"/>
        </a:p>
      </dgm:t>
    </dgm:pt>
    <dgm:pt modelId="{59ED621B-5FF7-453C-884F-F348DFB44F59}" type="sibTrans" cxnId="{7B4A1DDF-5A69-4CEC-97AE-8CF60CB35FDE}">
      <dgm:prSet/>
      <dgm:spPr/>
      <dgm:t>
        <a:bodyPr/>
        <a:lstStyle/>
        <a:p>
          <a:endParaRPr lang="en-US"/>
        </a:p>
      </dgm:t>
    </dgm:pt>
    <dgm:pt modelId="{156D0E41-FF7F-48AD-A9C1-C226AE9D17BF}" type="pres">
      <dgm:prSet presAssocID="{A313C563-731C-4576-9ACF-1EE55F03B879}" presName="cycle" presStyleCnt="0">
        <dgm:presLayoutVars>
          <dgm:dir/>
          <dgm:resizeHandles val="exact"/>
        </dgm:presLayoutVars>
      </dgm:prSet>
      <dgm:spPr/>
    </dgm:pt>
    <dgm:pt modelId="{7215EB61-C15C-49DD-85B7-FB8594338510}" type="pres">
      <dgm:prSet presAssocID="{67DB06F6-7629-4AA9-B8C8-A3DDA2500C56}" presName="dummy" presStyleCnt="0"/>
      <dgm:spPr/>
    </dgm:pt>
    <dgm:pt modelId="{E00ECF88-8154-4D5A-9A9B-1F35F588D4A4}" type="pres">
      <dgm:prSet presAssocID="{67DB06F6-7629-4AA9-B8C8-A3DDA2500C56}" presName="node" presStyleLbl="revTx" presStyleIdx="0" presStyleCnt="3">
        <dgm:presLayoutVars>
          <dgm:bulletEnabled val="1"/>
        </dgm:presLayoutVars>
      </dgm:prSet>
      <dgm:spPr/>
    </dgm:pt>
    <dgm:pt modelId="{7918D102-F4EF-4A29-8A47-C9F607E14241}" type="pres">
      <dgm:prSet presAssocID="{4C09B87D-69F2-4EB2-8442-AD1AFD7F34BC}" presName="sibTrans" presStyleLbl="node1" presStyleIdx="0" presStyleCnt="3"/>
      <dgm:spPr/>
    </dgm:pt>
    <dgm:pt modelId="{70413651-9F5B-45AF-9B37-1696AE9918E3}" type="pres">
      <dgm:prSet presAssocID="{9AA9F5D0-83E3-4CF9-AC79-890275F9995E}" presName="dummy" presStyleCnt="0"/>
      <dgm:spPr/>
    </dgm:pt>
    <dgm:pt modelId="{24331FF9-0470-43F6-A4CA-883BE5EA97A6}" type="pres">
      <dgm:prSet presAssocID="{9AA9F5D0-83E3-4CF9-AC79-890275F9995E}" presName="node" presStyleLbl="revTx" presStyleIdx="1" presStyleCnt="3">
        <dgm:presLayoutVars>
          <dgm:bulletEnabled val="1"/>
        </dgm:presLayoutVars>
      </dgm:prSet>
      <dgm:spPr/>
    </dgm:pt>
    <dgm:pt modelId="{F88CCC70-4670-4523-8E3D-4819523A0CC9}" type="pres">
      <dgm:prSet presAssocID="{F83AB721-259A-45ED-89CA-D65C394B281A}" presName="sibTrans" presStyleLbl="node1" presStyleIdx="1" presStyleCnt="3"/>
      <dgm:spPr/>
    </dgm:pt>
    <dgm:pt modelId="{7A11DAF1-3914-48C4-8AFE-8FCE8C655BDC}" type="pres">
      <dgm:prSet presAssocID="{88B44FFC-4CD3-415D-A12F-A4694ABC53EB}" presName="dummy" presStyleCnt="0"/>
      <dgm:spPr/>
    </dgm:pt>
    <dgm:pt modelId="{4C921162-069D-4F00-8C52-18EE6CF0A56E}" type="pres">
      <dgm:prSet presAssocID="{88B44FFC-4CD3-415D-A12F-A4694ABC53EB}" presName="node" presStyleLbl="revTx" presStyleIdx="2" presStyleCnt="3" custScaleX="137823">
        <dgm:presLayoutVars>
          <dgm:bulletEnabled val="1"/>
        </dgm:presLayoutVars>
      </dgm:prSet>
      <dgm:spPr/>
    </dgm:pt>
    <dgm:pt modelId="{FAE2EAD1-D384-481A-A50D-BDA7F5799F52}" type="pres">
      <dgm:prSet presAssocID="{59ED621B-5FF7-453C-884F-F348DFB44F59}" presName="sibTrans" presStyleLbl="node1" presStyleIdx="2" presStyleCnt="3"/>
      <dgm:spPr/>
    </dgm:pt>
  </dgm:ptLst>
  <dgm:cxnLst>
    <dgm:cxn modelId="{0C8DE200-4AE1-404B-9D91-38BD0BF5DC4C}" srcId="{A313C563-731C-4576-9ACF-1EE55F03B879}" destId="{67DB06F6-7629-4AA9-B8C8-A3DDA2500C56}" srcOrd="0" destOrd="0" parTransId="{DC7F97A0-10F6-4ED2-8EB3-1273B18F35A1}" sibTransId="{4C09B87D-69F2-4EB2-8442-AD1AFD7F34BC}"/>
    <dgm:cxn modelId="{F487F807-BA6F-4904-A52C-14000ED536AB}" type="presOf" srcId="{59ED621B-5FF7-453C-884F-F348DFB44F59}" destId="{FAE2EAD1-D384-481A-A50D-BDA7F5799F52}" srcOrd="0" destOrd="0" presId="urn:microsoft.com/office/officeart/2005/8/layout/cycle1"/>
    <dgm:cxn modelId="{7EF2DE4F-304D-4082-8BE1-ECF8F4A04859}" type="presOf" srcId="{67DB06F6-7629-4AA9-B8C8-A3DDA2500C56}" destId="{E00ECF88-8154-4D5A-9A9B-1F35F588D4A4}" srcOrd="0" destOrd="0" presId="urn:microsoft.com/office/officeart/2005/8/layout/cycle1"/>
    <dgm:cxn modelId="{42224954-6190-4E98-BD8B-8A413DB3188F}" srcId="{A313C563-731C-4576-9ACF-1EE55F03B879}" destId="{9AA9F5D0-83E3-4CF9-AC79-890275F9995E}" srcOrd="1" destOrd="0" parTransId="{3E16C7D5-AE93-4FA7-9065-B31AA11C7B04}" sibTransId="{F83AB721-259A-45ED-89CA-D65C394B281A}"/>
    <dgm:cxn modelId="{F16E8A8D-E291-4B69-8F21-6C3955B30436}" type="presOf" srcId="{9AA9F5D0-83E3-4CF9-AC79-890275F9995E}" destId="{24331FF9-0470-43F6-A4CA-883BE5EA97A6}" srcOrd="0" destOrd="0" presId="urn:microsoft.com/office/officeart/2005/8/layout/cycle1"/>
    <dgm:cxn modelId="{60AF9A91-DD62-4110-9DDD-1133163B2FD4}" type="presOf" srcId="{88B44FFC-4CD3-415D-A12F-A4694ABC53EB}" destId="{4C921162-069D-4F00-8C52-18EE6CF0A56E}" srcOrd="0" destOrd="0" presId="urn:microsoft.com/office/officeart/2005/8/layout/cycle1"/>
    <dgm:cxn modelId="{CD8733B8-B192-4D9E-8DEB-2C1F3A21E08D}" type="presOf" srcId="{F83AB721-259A-45ED-89CA-D65C394B281A}" destId="{F88CCC70-4670-4523-8E3D-4819523A0CC9}" srcOrd="0" destOrd="0" presId="urn:microsoft.com/office/officeart/2005/8/layout/cycle1"/>
    <dgm:cxn modelId="{3C18A5D0-AA8E-4F57-B54C-2C609D6E97FD}" type="presOf" srcId="{4C09B87D-69F2-4EB2-8442-AD1AFD7F34BC}" destId="{7918D102-F4EF-4A29-8A47-C9F607E14241}" srcOrd="0" destOrd="0" presId="urn:microsoft.com/office/officeart/2005/8/layout/cycle1"/>
    <dgm:cxn modelId="{7B4A1DDF-5A69-4CEC-97AE-8CF60CB35FDE}" srcId="{A313C563-731C-4576-9ACF-1EE55F03B879}" destId="{88B44FFC-4CD3-415D-A12F-A4694ABC53EB}" srcOrd="2" destOrd="0" parTransId="{03B357D2-666E-4E00-ADEE-21C10A7C27F0}" sibTransId="{59ED621B-5FF7-453C-884F-F348DFB44F59}"/>
    <dgm:cxn modelId="{4BC275E6-7F56-412F-9011-64CAD096D19E}" type="presOf" srcId="{A313C563-731C-4576-9ACF-1EE55F03B879}" destId="{156D0E41-FF7F-48AD-A9C1-C226AE9D17BF}" srcOrd="0" destOrd="0" presId="urn:microsoft.com/office/officeart/2005/8/layout/cycle1"/>
    <dgm:cxn modelId="{F220A6BD-96E9-4162-BA02-A632318B4DBE}" type="presParOf" srcId="{156D0E41-FF7F-48AD-A9C1-C226AE9D17BF}" destId="{7215EB61-C15C-49DD-85B7-FB8594338510}" srcOrd="0" destOrd="0" presId="urn:microsoft.com/office/officeart/2005/8/layout/cycle1"/>
    <dgm:cxn modelId="{642274E5-8091-4F2B-8341-D2BC3B499BF1}" type="presParOf" srcId="{156D0E41-FF7F-48AD-A9C1-C226AE9D17BF}" destId="{E00ECF88-8154-4D5A-9A9B-1F35F588D4A4}" srcOrd="1" destOrd="0" presId="urn:microsoft.com/office/officeart/2005/8/layout/cycle1"/>
    <dgm:cxn modelId="{739A400E-4F30-4307-BC9C-800E5759F2DA}" type="presParOf" srcId="{156D0E41-FF7F-48AD-A9C1-C226AE9D17BF}" destId="{7918D102-F4EF-4A29-8A47-C9F607E14241}" srcOrd="2" destOrd="0" presId="urn:microsoft.com/office/officeart/2005/8/layout/cycle1"/>
    <dgm:cxn modelId="{CF46D309-24D8-4A2D-A562-828404A86138}" type="presParOf" srcId="{156D0E41-FF7F-48AD-A9C1-C226AE9D17BF}" destId="{70413651-9F5B-45AF-9B37-1696AE9918E3}" srcOrd="3" destOrd="0" presId="urn:microsoft.com/office/officeart/2005/8/layout/cycle1"/>
    <dgm:cxn modelId="{A16CE0C4-3826-4A73-9646-8BE25AC1C0C5}" type="presParOf" srcId="{156D0E41-FF7F-48AD-A9C1-C226AE9D17BF}" destId="{24331FF9-0470-43F6-A4CA-883BE5EA97A6}" srcOrd="4" destOrd="0" presId="urn:microsoft.com/office/officeart/2005/8/layout/cycle1"/>
    <dgm:cxn modelId="{003FA068-ADDE-4294-9C19-A9E62899417F}" type="presParOf" srcId="{156D0E41-FF7F-48AD-A9C1-C226AE9D17BF}" destId="{F88CCC70-4670-4523-8E3D-4819523A0CC9}" srcOrd="5" destOrd="0" presId="urn:microsoft.com/office/officeart/2005/8/layout/cycle1"/>
    <dgm:cxn modelId="{F019E102-D852-4BCC-A87E-BF9FCF146485}" type="presParOf" srcId="{156D0E41-FF7F-48AD-A9C1-C226AE9D17BF}" destId="{7A11DAF1-3914-48C4-8AFE-8FCE8C655BDC}" srcOrd="6" destOrd="0" presId="urn:microsoft.com/office/officeart/2005/8/layout/cycle1"/>
    <dgm:cxn modelId="{8AFF0DCC-7626-45EF-98C6-BDCF4F7ABA2C}" type="presParOf" srcId="{156D0E41-FF7F-48AD-A9C1-C226AE9D17BF}" destId="{4C921162-069D-4F00-8C52-18EE6CF0A56E}" srcOrd="7" destOrd="0" presId="urn:microsoft.com/office/officeart/2005/8/layout/cycle1"/>
    <dgm:cxn modelId="{5D85B34F-BD71-4877-86DB-2707E3E4F057}" type="presParOf" srcId="{156D0E41-FF7F-48AD-A9C1-C226AE9D17BF}" destId="{FAE2EAD1-D384-481A-A50D-BDA7F5799F52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ECF88-8154-4D5A-9A9B-1F35F588D4A4}">
      <dsp:nvSpPr>
        <dsp:cNvPr id="0" name=""/>
        <dsp:cNvSpPr/>
      </dsp:nvSpPr>
      <dsp:spPr>
        <a:xfrm>
          <a:off x="3934366" y="273328"/>
          <a:ext cx="1393631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Graphics</a:t>
          </a:r>
          <a:endParaRPr lang="en-US" sz="2500" kern="1200"/>
        </a:p>
      </dsp:txBody>
      <dsp:txXfrm>
        <a:off x="3934366" y="273328"/>
        <a:ext cx="1393631" cy="1393631"/>
      </dsp:txXfrm>
    </dsp:sp>
    <dsp:sp modelId="{7918D102-F4EF-4A29-8A47-C9F607E14241}">
      <dsp:nvSpPr>
        <dsp:cNvPr id="0" name=""/>
        <dsp:cNvSpPr/>
      </dsp:nvSpPr>
      <dsp:spPr>
        <a:xfrm>
          <a:off x="1809572" y="-1422"/>
          <a:ext cx="3297458" cy="3297458"/>
        </a:xfrm>
        <a:prstGeom prst="circularArrow">
          <a:avLst>
            <a:gd name="adj1" fmla="val 8241"/>
            <a:gd name="adj2" fmla="val 575519"/>
            <a:gd name="adj3" fmla="val 2966592"/>
            <a:gd name="adj4" fmla="val 49889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4331FF9-0470-43F6-A4CA-883BE5EA97A6}">
      <dsp:nvSpPr>
        <dsp:cNvPr id="0" name=""/>
        <dsp:cNvSpPr/>
      </dsp:nvSpPr>
      <dsp:spPr>
        <a:xfrm>
          <a:off x="2761486" y="2304815"/>
          <a:ext cx="1393631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Turtle</a:t>
          </a:r>
          <a:endParaRPr lang="en-US" sz="2500" b="0" kern="1200" dirty="0"/>
        </a:p>
      </dsp:txBody>
      <dsp:txXfrm>
        <a:off x="2761486" y="2304815"/>
        <a:ext cx="1393631" cy="1393631"/>
      </dsp:txXfrm>
    </dsp:sp>
    <dsp:sp modelId="{F88CCC70-4670-4523-8E3D-4819523A0CC9}">
      <dsp:nvSpPr>
        <dsp:cNvPr id="0" name=""/>
        <dsp:cNvSpPr/>
      </dsp:nvSpPr>
      <dsp:spPr>
        <a:xfrm>
          <a:off x="1809572" y="-1422"/>
          <a:ext cx="3297458" cy="3297458"/>
        </a:xfrm>
        <a:prstGeom prst="circularArrow">
          <a:avLst>
            <a:gd name="adj1" fmla="val 8241"/>
            <a:gd name="adj2" fmla="val 575519"/>
            <a:gd name="adj3" fmla="val 10174592"/>
            <a:gd name="adj4" fmla="val 7257889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C921162-069D-4F00-8C52-18EE6CF0A56E}">
      <dsp:nvSpPr>
        <dsp:cNvPr id="0" name=""/>
        <dsp:cNvSpPr/>
      </dsp:nvSpPr>
      <dsp:spPr>
        <a:xfrm>
          <a:off x="1325050" y="273328"/>
          <a:ext cx="1920744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Open GL</a:t>
          </a:r>
          <a:endParaRPr lang="en-US" sz="2500" b="1" kern="1200" dirty="0"/>
        </a:p>
      </dsp:txBody>
      <dsp:txXfrm>
        <a:off x="1325050" y="273328"/>
        <a:ext cx="1920744" cy="1393631"/>
      </dsp:txXfrm>
    </dsp:sp>
    <dsp:sp modelId="{FAE2EAD1-D384-481A-A50D-BDA7F5799F52}">
      <dsp:nvSpPr>
        <dsp:cNvPr id="0" name=""/>
        <dsp:cNvSpPr/>
      </dsp:nvSpPr>
      <dsp:spPr>
        <a:xfrm>
          <a:off x="1809572" y="-1422"/>
          <a:ext cx="3297458" cy="3297458"/>
        </a:xfrm>
        <a:prstGeom prst="circularArrow">
          <a:avLst>
            <a:gd name="adj1" fmla="val 8241"/>
            <a:gd name="adj2" fmla="val 575519"/>
            <a:gd name="adj3" fmla="val 16859277"/>
            <a:gd name="adj4" fmla="val 15658345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C4831-5469-22FF-10CD-C378955D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D6C77-C3F3-C3E8-C638-EB08AAA0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AB5E39-83DF-04A2-2E18-4D30563CB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FE9EE-030B-70DD-B2FD-7AAC5D7FA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015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E423-63F7-0BDF-0E79-548BA9BF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56082-37D4-B61F-8C6F-89E52EF8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985D7-13E6-508E-6125-3833C8366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73D7B-04A2-D37C-73B3-C8D005F55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30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9577-1FA2-0238-F201-36C0B475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6F657-E9D0-0065-66F5-3C5C67874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3D259-9E57-9690-32E6-8B68CE43B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BEB10-3A91-661C-4F43-C21E6C1B4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946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3F1E-99C3-49DB-A4CA-99DE939E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3E551-F65A-362C-B911-16A10721E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B8D7F-4069-CB2D-4B3C-E7E447A8B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FAF74-0B4C-8B97-69AF-7710F6475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66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58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8398" y="2251854"/>
            <a:ext cx="8613602" cy="1995708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graphics</a:t>
            </a:r>
            <a:br>
              <a:rPr lang="en-US" dirty="0"/>
            </a:br>
            <a:r>
              <a:rPr lang="en-US" dirty="0"/>
              <a:t>                                    sec7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65AB8-2AA5-E368-CA95-03229A8761FC}"/>
              </a:ext>
            </a:extLst>
          </p:cNvPr>
          <p:cNvSpPr txBox="1"/>
          <p:nvPr/>
        </p:nvSpPr>
        <p:spPr>
          <a:xfrm>
            <a:off x="9853820" y="5420019"/>
            <a:ext cx="2122832" cy="71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8F0E3"/>
                </a:solidFill>
                <a:latin typeface="Calibri Light"/>
                <a:ea typeface="Calibri Light"/>
                <a:cs typeface="Calibri Light"/>
              </a:rPr>
              <a:t>DR. Heba ElHadidi</a:t>
            </a:r>
            <a:endParaRPr lang="en-US" sz="1800" dirty="0">
              <a:solidFill>
                <a:srgbClr val="F8F0E3"/>
              </a:solidFill>
              <a:latin typeface="Calibri Light"/>
              <a:ea typeface="Calibri Light"/>
              <a:cs typeface="Calibri Light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800" b="1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Eng. </a:t>
            </a:r>
            <a:r>
              <a:rPr lang="en-US" b="1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Sahar</a:t>
            </a:r>
            <a:r>
              <a:rPr lang="en-US" dirty="0">
                <a:solidFill>
                  <a:schemeClr val="bg1"/>
                </a:solidFill>
              </a:rPr>
              <a:t> Magdy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11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430" y="157655"/>
            <a:ext cx="3285140" cy="1164021"/>
          </a:xfrm>
        </p:spPr>
        <p:txBody>
          <a:bodyPr>
            <a:normAutofit/>
          </a:bodyPr>
          <a:lstStyle/>
          <a:p>
            <a:r>
              <a:rPr lang="en-US" dirty="0"/>
              <a:t>Libraries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43E6602-352B-38B9-84A7-B62ACE309CD4}"/>
              </a:ext>
            </a:extLst>
          </p:cNvPr>
          <p:cNvGraphicFramePr>
            <a:graphicFrameLocks noGrp="1"/>
          </p:cNvGraphicFramePr>
          <p:nvPr>
            <p:ph sz="half" idx="14"/>
          </p:nvPr>
        </p:nvGraphicFramePr>
        <p:xfrm>
          <a:off x="4624553" y="2270235"/>
          <a:ext cx="6653048" cy="3698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792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860" y="738457"/>
            <a:ext cx="9389288" cy="1362456"/>
          </a:xfrm>
        </p:spPr>
        <p:txBody>
          <a:bodyPr>
            <a:normAutofit/>
          </a:bodyPr>
          <a:lstStyle/>
          <a:p>
            <a:pPr algn="ctr"/>
            <a:r>
              <a:rPr lang="en-US" sz="4000" i="0" dirty="0">
                <a:solidFill>
                  <a:srgbClr val="385E8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Functions of dealing with lighting</a:t>
            </a:r>
            <a:endParaRPr lang="en-US" sz="4000" dirty="0">
              <a:solidFill>
                <a:srgbClr val="385E8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79FB13-F55D-69E5-5635-37621ADA5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328214"/>
              </p:ext>
            </p:extLst>
          </p:nvPr>
        </p:nvGraphicFramePr>
        <p:xfrm>
          <a:off x="1124416" y="2387612"/>
          <a:ext cx="8936176" cy="33883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305856">
                  <a:extLst>
                    <a:ext uri="{9D8B030D-6E8A-4147-A177-3AD203B41FA5}">
                      <a16:colId xmlns:a16="http://schemas.microsoft.com/office/drawing/2014/main" val="2118875423"/>
                    </a:ext>
                  </a:extLst>
                </a:gridCol>
                <a:gridCol w="3630320">
                  <a:extLst>
                    <a:ext uri="{9D8B030D-6E8A-4147-A177-3AD203B41FA5}">
                      <a16:colId xmlns:a16="http://schemas.microsoft.com/office/drawing/2014/main" val="2601788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63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glEnable(GL_LIGHTING)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Activates the lighting system in OpenGL.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1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glEnable(GL_LIGHT0,…., GL_LIGHT7)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Activate the light source.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4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glLightfv(light source,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GL_AMBIENT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GL_POSITION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lang="en-US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GL_DIFFUSE</a:t>
                      </a:r>
                      <a:r>
                        <a:rPr lang="en-US" b="0" dirty="0"/>
                        <a:t>, [x, y,  z, w])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x, y, z represent the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light</a:t>
                      </a:r>
                      <a:endParaRPr lang="ar-EG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 = 0 or 1 determines the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light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 = 1 → point light 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 = 0 → directional light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104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E876-87C8-94CA-5012-3541B1FA0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7D88D7-6E8E-47BE-D2A6-F11CADEF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860" y="1148361"/>
            <a:ext cx="9389288" cy="775033"/>
          </a:xfrm>
        </p:spPr>
        <p:txBody>
          <a:bodyPr>
            <a:normAutofit/>
          </a:bodyPr>
          <a:lstStyle/>
          <a:p>
            <a:pPr algn="ctr"/>
            <a:r>
              <a:rPr lang="en-US" sz="4000" i="0" dirty="0">
                <a:solidFill>
                  <a:srgbClr val="385E88"/>
                </a:solidFill>
                <a:effectLst/>
                <a:latin typeface="Roboto" panose="02000000000000000000" pitchFamily="2" charset="0"/>
              </a:rPr>
              <a:t>Time and modification functions</a:t>
            </a:r>
            <a:endParaRPr lang="en-US" sz="4000" dirty="0">
              <a:solidFill>
                <a:srgbClr val="385E8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EEB10-6754-401B-16E0-EC80EF01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A19609-00B4-9BFD-9B0F-E3E101366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83751"/>
              </p:ext>
            </p:extLst>
          </p:nvPr>
        </p:nvGraphicFramePr>
        <p:xfrm>
          <a:off x="1124416" y="2463800"/>
          <a:ext cx="8936176" cy="16560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305856">
                  <a:extLst>
                    <a:ext uri="{9D8B030D-6E8A-4147-A177-3AD203B41FA5}">
                      <a16:colId xmlns:a16="http://schemas.microsoft.com/office/drawing/2014/main" val="2118875423"/>
                    </a:ext>
                  </a:extLst>
                </a:gridCol>
                <a:gridCol w="3630320">
                  <a:extLst>
                    <a:ext uri="{9D8B030D-6E8A-4147-A177-3AD203B41FA5}">
                      <a16:colId xmlns:a16="http://schemas.microsoft.com/office/drawing/2014/main" val="2601788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63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glutTimerFunc(num of milliseconds, name_function,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function modifies the function that is selected after a specified period of time.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16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glutPostRedisplay()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Redraw the screen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42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18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F21EE0-4533-9E29-5F16-BF059F34A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20250412-1501-51.3616009">
            <a:hlinkClick r:id="" action="ppaction://media"/>
            <a:extLst>
              <a:ext uri="{FF2B5EF4-FFF2-40B4-BE49-F238E27FC236}">
                <a16:creationId xmlns:a16="http://schemas.microsoft.com/office/drawing/2014/main" id="{A013CDE1-B6BE-EBF3-B9B3-157AA27E45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5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8CCC23-BF8F-BF20-B56D-16047383E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87F21-6E66-C2C0-A0C7-6FC2980E6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837C6-D515-AA37-CA91-9AB42B632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7A4F4-148A-F783-F5A0-DFEADF82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7D3EE-0F30-49CE-B310-B2B5502F6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0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F1B0D-328E-8868-0CD8-3D0CFB12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7208C1-4784-9818-01C8-AF20B25F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A0D4E-E190-7611-D0A7-85E92719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9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CDAB2-FB5D-DEC9-3635-66C1ED43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033D-A079-7BC2-FE80-0F4B03006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2455" y="2991952"/>
            <a:ext cx="1842337" cy="734947"/>
          </a:xfrm>
        </p:spPr>
        <p:txBody>
          <a:bodyPr/>
          <a:lstStyle/>
          <a:p>
            <a:r>
              <a:rPr lang="en-US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334730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2818B0-B0E5-8AAD-7E12-A16F78498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12"/>
            <a:ext cx="12192000" cy="684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2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4646" y="3058511"/>
            <a:ext cx="3706210" cy="94892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{46D00309-495E-4B4B-A026-5D8E77524CFB}tf33968143_win32</Template>
  <TotalTime>229</TotalTime>
  <Words>180</Words>
  <Application>Microsoft Office PowerPoint</Application>
  <PresentationFormat>Widescreen</PresentationFormat>
  <Paragraphs>51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 Next LT Pro</vt:lpstr>
      <vt:lpstr>Calibri</vt:lpstr>
      <vt:lpstr>Calibri Light</vt:lpstr>
      <vt:lpstr>Roboto</vt:lpstr>
      <vt:lpstr>Custom</vt:lpstr>
      <vt:lpstr>Computer graphics                                     sec7  </vt:lpstr>
      <vt:lpstr>Libraries</vt:lpstr>
      <vt:lpstr>Functions of dealing with lighting</vt:lpstr>
      <vt:lpstr>Time and modification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 magdy</dc:creator>
  <cp:lastModifiedBy>sahar magdy</cp:lastModifiedBy>
  <cp:revision>1</cp:revision>
  <dcterms:created xsi:type="dcterms:W3CDTF">2025-04-12T11:13:13Z</dcterms:created>
  <dcterms:modified xsi:type="dcterms:W3CDTF">2025-04-13T06:42:50Z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