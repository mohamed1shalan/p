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7" r:id="rId6"/>
    <p:sldId id="292" r:id="rId7"/>
    <p:sldId id="293" r:id="rId8"/>
    <p:sldId id="260" r:id="rId9"/>
    <p:sldId id="294" r:id="rId10"/>
    <p:sldId id="295" r:id="rId11"/>
    <p:sldId id="296" r:id="rId12"/>
    <p:sldId id="297" r:id="rId13"/>
    <p:sldId id="298" r:id="rId14"/>
    <p:sldId id="27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104127-710B-4DAA-B391-99CA30AF6618}" v="118" dt="2025-02-22T16:43:23.398"/>
    <p1510:client id="{FB182D7F-0F29-4A57-9BDC-0D489260D628}" v="5" dt="2025-02-22T20:41:50.710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r magdy" userId="666e5883c08355ea" providerId="LiveId" clId="{FB182D7F-0F29-4A57-9BDC-0D489260D628}"/>
    <pc:docChg chg="undo custSel addSld modSld">
      <pc:chgData name="sahar magdy" userId="666e5883c08355ea" providerId="LiveId" clId="{FB182D7F-0F29-4A57-9BDC-0D489260D628}" dt="2025-02-22T20:42:14.839" v="102" actId="1076"/>
      <pc:docMkLst>
        <pc:docMk/>
      </pc:docMkLst>
      <pc:sldChg chg="modSp mod">
        <pc:chgData name="sahar magdy" userId="666e5883c08355ea" providerId="LiveId" clId="{FB182D7F-0F29-4A57-9BDC-0D489260D628}" dt="2025-02-22T20:15:56.056" v="83" actId="5793"/>
        <pc:sldMkLst>
          <pc:docMk/>
          <pc:sldMk cId="1887798455" sldId="260"/>
        </pc:sldMkLst>
        <pc:graphicFrameChg chg="modGraphic">
          <ac:chgData name="sahar magdy" userId="666e5883c08355ea" providerId="LiveId" clId="{FB182D7F-0F29-4A57-9BDC-0D489260D628}" dt="2025-02-22T20:15:56.056" v="83" actId="5793"/>
          <ac:graphicFrameMkLst>
            <pc:docMk/>
            <pc:sldMk cId="1887798455" sldId="260"/>
            <ac:graphicFrameMk id="7" creationId="{D5DBCED6-5A25-A99F-FF03-7AEFC905F092}"/>
          </ac:graphicFrameMkLst>
        </pc:graphicFrameChg>
      </pc:sldChg>
      <pc:sldChg chg="modSp mod">
        <pc:chgData name="sahar magdy" userId="666e5883c08355ea" providerId="LiveId" clId="{FB182D7F-0F29-4A57-9BDC-0D489260D628}" dt="2025-02-22T20:15:25.329" v="65" actId="1076"/>
        <pc:sldMkLst>
          <pc:docMk/>
          <pc:sldMk cId="1937135636" sldId="294"/>
        </pc:sldMkLst>
        <pc:spChg chg="mod">
          <ac:chgData name="sahar magdy" userId="666e5883c08355ea" providerId="LiveId" clId="{FB182D7F-0F29-4A57-9BDC-0D489260D628}" dt="2025-02-22T20:15:25.329" v="65" actId="1076"/>
          <ac:spMkLst>
            <pc:docMk/>
            <pc:sldMk cId="1937135636" sldId="294"/>
            <ac:spMk id="6" creationId="{C88F6A9C-47A2-C3FE-A09B-BDFFD49B05EA}"/>
          </ac:spMkLst>
        </pc:spChg>
        <pc:graphicFrameChg chg="mod modGraphic">
          <ac:chgData name="sahar magdy" userId="666e5883c08355ea" providerId="LiveId" clId="{FB182D7F-0F29-4A57-9BDC-0D489260D628}" dt="2025-02-22T20:15:20.189" v="64" actId="1076"/>
          <ac:graphicFrameMkLst>
            <pc:docMk/>
            <pc:sldMk cId="1937135636" sldId="294"/>
            <ac:graphicFrameMk id="7" creationId="{D633D6DD-8042-6E6A-AF27-054FC9AFCADF}"/>
          </ac:graphicFrameMkLst>
        </pc:graphicFrameChg>
      </pc:sldChg>
      <pc:sldChg chg="modSp mod">
        <pc:chgData name="sahar magdy" userId="666e5883c08355ea" providerId="LiveId" clId="{FB182D7F-0F29-4A57-9BDC-0D489260D628}" dt="2025-02-22T20:16:22.059" v="84" actId="14734"/>
        <pc:sldMkLst>
          <pc:docMk/>
          <pc:sldMk cId="2747317852" sldId="295"/>
        </pc:sldMkLst>
        <pc:graphicFrameChg chg="modGraphic">
          <ac:chgData name="sahar magdy" userId="666e5883c08355ea" providerId="LiveId" clId="{FB182D7F-0F29-4A57-9BDC-0D489260D628}" dt="2025-02-22T20:16:22.059" v="84" actId="14734"/>
          <ac:graphicFrameMkLst>
            <pc:docMk/>
            <pc:sldMk cId="2747317852" sldId="295"/>
            <ac:graphicFrameMk id="7" creationId="{D62D9141-48AC-468D-C856-6ADB272965D1}"/>
          </ac:graphicFrameMkLst>
        </pc:graphicFrameChg>
      </pc:sldChg>
      <pc:sldChg chg="modSp mod">
        <pc:chgData name="sahar magdy" userId="666e5883c08355ea" providerId="LiveId" clId="{FB182D7F-0F29-4A57-9BDC-0D489260D628}" dt="2025-02-22T20:16:37.366" v="85" actId="14734"/>
        <pc:sldMkLst>
          <pc:docMk/>
          <pc:sldMk cId="2803144940" sldId="296"/>
        </pc:sldMkLst>
        <pc:graphicFrameChg chg="modGraphic">
          <ac:chgData name="sahar magdy" userId="666e5883c08355ea" providerId="LiveId" clId="{FB182D7F-0F29-4A57-9BDC-0D489260D628}" dt="2025-02-22T20:16:37.366" v="85" actId="14734"/>
          <ac:graphicFrameMkLst>
            <pc:docMk/>
            <pc:sldMk cId="2803144940" sldId="296"/>
            <ac:graphicFrameMk id="7" creationId="{4EA815DF-E442-3BA6-E86C-93CB0104919C}"/>
          </ac:graphicFrameMkLst>
        </pc:graphicFrameChg>
      </pc:sldChg>
      <pc:sldChg chg="modSp new mod">
        <pc:chgData name="sahar magdy" userId="666e5883c08355ea" providerId="LiveId" clId="{FB182D7F-0F29-4A57-9BDC-0D489260D628}" dt="2025-02-22T20:42:14.839" v="102" actId="1076"/>
        <pc:sldMkLst>
          <pc:docMk/>
          <pc:sldMk cId="2457583591" sldId="297"/>
        </pc:sldMkLst>
        <pc:spChg chg="mod">
          <ac:chgData name="sahar magdy" userId="666e5883c08355ea" providerId="LiveId" clId="{FB182D7F-0F29-4A57-9BDC-0D489260D628}" dt="2025-02-22T20:42:14.839" v="102" actId="1076"/>
          <ac:spMkLst>
            <pc:docMk/>
            <pc:sldMk cId="2457583591" sldId="297"/>
            <ac:spMk id="2" creationId="{CD2E0306-AC64-C251-52A6-44F09A7DF02D}"/>
          </ac:spMkLst>
        </pc:spChg>
      </pc:sldChg>
      <pc:sldChg chg="addSp delSp modSp add mod modClrScheme chgLayout">
        <pc:chgData name="sahar magdy" userId="666e5883c08355ea" providerId="LiveId" clId="{FB182D7F-0F29-4A57-9BDC-0D489260D628}" dt="2025-02-22T20:41:56.226" v="101" actId="26606"/>
        <pc:sldMkLst>
          <pc:docMk/>
          <pc:sldMk cId="1877819617" sldId="298"/>
        </pc:sldMkLst>
        <pc:spChg chg="mod ord modVis">
          <ac:chgData name="sahar magdy" userId="666e5883c08355ea" providerId="LiveId" clId="{FB182D7F-0F29-4A57-9BDC-0D489260D628}" dt="2025-02-22T20:41:56.226" v="101" actId="26606"/>
          <ac:spMkLst>
            <pc:docMk/>
            <pc:sldMk cId="1877819617" sldId="298"/>
            <ac:spMk id="2" creationId="{18D56404-5954-76EF-0F2B-00EFAF9BD2B2}"/>
          </ac:spMkLst>
        </pc:spChg>
        <pc:spChg chg="del mod">
          <ac:chgData name="sahar magdy" userId="666e5883c08355ea" providerId="LiveId" clId="{FB182D7F-0F29-4A57-9BDC-0D489260D628}" dt="2025-02-22T20:41:16.655" v="96" actId="478"/>
          <ac:spMkLst>
            <pc:docMk/>
            <pc:sldMk cId="1877819617" sldId="298"/>
            <ac:spMk id="6" creationId="{E4C6DB74-230B-9CC5-9E3D-DFA4FAD6500E}"/>
          </ac:spMkLst>
        </pc:spChg>
        <pc:graphicFrameChg chg="del">
          <ac:chgData name="sahar magdy" userId="666e5883c08355ea" providerId="LiveId" clId="{FB182D7F-0F29-4A57-9BDC-0D489260D628}" dt="2025-02-22T20:41:10.621" v="93" actId="478"/>
          <ac:graphicFrameMkLst>
            <pc:docMk/>
            <pc:sldMk cId="1877819617" sldId="298"/>
            <ac:graphicFrameMk id="7" creationId="{DBBFE84E-17D7-200F-D697-1AF660C474D8}"/>
          </ac:graphicFrameMkLst>
        </pc:graphicFrameChg>
        <pc:picChg chg="add mod">
          <ac:chgData name="sahar magdy" userId="666e5883c08355ea" providerId="LiveId" clId="{FB182D7F-0F29-4A57-9BDC-0D489260D628}" dt="2025-02-22T20:41:56.226" v="101" actId="26606"/>
          <ac:picMkLst>
            <pc:docMk/>
            <pc:sldMk cId="1877819617" sldId="298"/>
            <ac:picMk id="4" creationId="{522CD0A4-9D4D-B42C-740F-74B24D3934E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13C563-731C-4576-9ACF-1EE55F03B879}" type="doc">
      <dgm:prSet loTypeId="urn:microsoft.com/office/officeart/2005/8/layout/cycle1" loCatId="cycle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DB06F6-7629-4AA9-B8C8-A3DDA2500C56}">
      <dgm:prSet/>
      <dgm:spPr/>
      <dgm:t>
        <a:bodyPr/>
        <a:lstStyle/>
        <a:p>
          <a:pPr rtl="0"/>
          <a:r>
            <a:rPr lang="en-US" b="0" i="0"/>
            <a:t>Graphics</a:t>
          </a:r>
          <a:endParaRPr lang="en-US"/>
        </a:p>
      </dgm:t>
    </dgm:pt>
    <dgm:pt modelId="{DC7F97A0-10F6-4ED2-8EB3-1273B18F35A1}" type="parTrans" cxnId="{0C8DE200-4AE1-404B-9D91-38BD0BF5DC4C}">
      <dgm:prSet/>
      <dgm:spPr/>
      <dgm:t>
        <a:bodyPr/>
        <a:lstStyle/>
        <a:p>
          <a:endParaRPr lang="en-US"/>
        </a:p>
      </dgm:t>
    </dgm:pt>
    <dgm:pt modelId="{4C09B87D-69F2-4EB2-8442-AD1AFD7F34BC}" type="sibTrans" cxnId="{0C8DE200-4AE1-404B-9D91-38BD0BF5DC4C}">
      <dgm:prSet/>
      <dgm:spPr/>
      <dgm:t>
        <a:bodyPr/>
        <a:lstStyle/>
        <a:p>
          <a:endParaRPr lang="en-US"/>
        </a:p>
      </dgm:t>
    </dgm:pt>
    <dgm:pt modelId="{9AA9F5D0-83E3-4CF9-AC79-890275F9995E}">
      <dgm:prSet/>
      <dgm:spPr/>
      <dgm:t>
        <a:bodyPr/>
        <a:lstStyle/>
        <a:p>
          <a:pPr rtl="0"/>
          <a:r>
            <a:rPr lang="en-US" b="1" i="0" dirty="0"/>
            <a:t>Turtle</a:t>
          </a:r>
          <a:endParaRPr lang="en-US" b="1" dirty="0"/>
        </a:p>
      </dgm:t>
    </dgm:pt>
    <dgm:pt modelId="{3E16C7D5-AE93-4FA7-9065-B31AA11C7B04}" type="parTrans" cxnId="{42224954-6190-4E98-BD8B-8A413DB3188F}">
      <dgm:prSet/>
      <dgm:spPr/>
      <dgm:t>
        <a:bodyPr/>
        <a:lstStyle/>
        <a:p>
          <a:endParaRPr lang="en-US"/>
        </a:p>
      </dgm:t>
    </dgm:pt>
    <dgm:pt modelId="{F83AB721-259A-45ED-89CA-D65C394B281A}" type="sibTrans" cxnId="{42224954-6190-4E98-BD8B-8A413DB3188F}">
      <dgm:prSet/>
      <dgm:spPr/>
      <dgm:t>
        <a:bodyPr/>
        <a:lstStyle/>
        <a:p>
          <a:endParaRPr lang="en-US"/>
        </a:p>
      </dgm:t>
    </dgm:pt>
    <dgm:pt modelId="{88B44FFC-4CD3-415D-A12F-A4694ABC53EB}">
      <dgm:prSet/>
      <dgm:spPr/>
      <dgm:t>
        <a:bodyPr/>
        <a:lstStyle/>
        <a:p>
          <a:pPr rtl="0"/>
          <a:r>
            <a:rPr lang="en-US" b="0" i="0" dirty="0"/>
            <a:t>Open GL</a:t>
          </a:r>
          <a:endParaRPr lang="en-US" dirty="0"/>
        </a:p>
      </dgm:t>
    </dgm:pt>
    <dgm:pt modelId="{03B357D2-666E-4E00-ADEE-21C10A7C27F0}" type="parTrans" cxnId="{7B4A1DDF-5A69-4CEC-97AE-8CF60CB35FDE}">
      <dgm:prSet/>
      <dgm:spPr/>
      <dgm:t>
        <a:bodyPr/>
        <a:lstStyle/>
        <a:p>
          <a:endParaRPr lang="en-US"/>
        </a:p>
      </dgm:t>
    </dgm:pt>
    <dgm:pt modelId="{59ED621B-5FF7-453C-884F-F348DFB44F59}" type="sibTrans" cxnId="{7B4A1DDF-5A69-4CEC-97AE-8CF60CB35FDE}">
      <dgm:prSet/>
      <dgm:spPr/>
      <dgm:t>
        <a:bodyPr/>
        <a:lstStyle/>
        <a:p>
          <a:endParaRPr lang="en-US"/>
        </a:p>
      </dgm:t>
    </dgm:pt>
    <dgm:pt modelId="{156D0E41-FF7F-48AD-A9C1-C226AE9D17BF}" type="pres">
      <dgm:prSet presAssocID="{A313C563-731C-4576-9ACF-1EE55F03B879}" presName="cycle" presStyleCnt="0">
        <dgm:presLayoutVars>
          <dgm:dir/>
          <dgm:resizeHandles val="exact"/>
        </dgm:presLayoutVars>
      </dgm:prSet>
      <dgm:spPr/>
    </dgm:pt>
    <dgm:pt modelId="{7215EB61-C15C-49DD-85B7-FB8594338510}" type="pres">
      <dgm:prSet presAssocID="{67DB06F6-7629-4AA9-B8C8-A3DDA2500C56}" presName="dummy" presStyleCnt="0"/>
      <dgm:spPr/>
    </dgm:pt>
    <dgm:pt modelId="{E00ECF88-8154-4D5A-9A9B-1F35F588D4A4}" type="pres">
      <dgm:prSet presAssocID="{67DB06F6-7629-4AA9-B8C8-A3DDA2500C56}" presName="node" presStyleLbl="revTx" presStyleIdx="0" presStyleCnt="3">
        <dgm:presLayoutVars>
          <dgm:bulletEnabled val="1"/>
        </dgm:presLayoutVars>
      </dgm:prSet>
      <dgm:spPr/>
    </dgm:pt>
    <dgm:pt modelId="{7918D102-F4EF-4A29-8A47-C9F607E14241}" type="pres">
      <dgm:prSet presAssocID="{4C09B87D-69F2-4EB2-8442-AD1AFD7F34BC}" presName="sibTrans" presStyleLbl="node1" presStyleIdx="0" presStyleCnt="3"/>
      <dgm:spPr/>
    </dgm:pt>
    <dgm:pt modelId="{70413651-9F5B-45AF-9B37-1696AE9918E3}" type="pres">
      <dgm:prSet presAssocID="{9AA9F5D0-83E3-4CF9-AC79-890275F9995E}" presName="dummy" presStyleCnt="0"/>
      <dgm:spPr/>
    </dgm:pt>
    <dgm:pt modelId="{24331FF9-0470-43F6-A4CA-883BE5EA97A6}" type="pres">
      <dgm:prSet presAssocID="{9AA9F5D0-83E3-4CF9-AC79-890275F9995E}" presName="node" presStyleLbl="revTx" presStyleIdx="1" presStyleCnt="3">
        <dgm:presLayoutVars>
          <dgm:bulletEnabled val="1"/>
        </dgm:presLayoutVars>
      </dgm:prSet>
      <dgm:spPr/>
    </dgm:pt>
    <dgm:pt modelId="{F88CCC70-4670-4523-8E3D-4819523A0CC9}" type="pres">
      <dgm:prSet presAssocID="{F83AB721-259A-45ED-89CA-D65C394B281A}" presName="sibTrans" presStyleLbl="node1" presStyleIdx="1" presStyleCnt="3"/>
      <dgm:spPr/>
    </dgm:pt>
    <dgm:pt modelId="{7A11DAF1-3914-48C4-8AFE-8FCE8C655BDC}" type="pres">
      <dgm:prSet presAssocID="{88B44FFC-4CD3-415D-A12F-A4694ABC53EB}" presName="dummy" presStyleCnt="0"/>
      <dgm:spPr/>
    </dgm:pt>
    <dgm:pt modelId="{4C921162-069D-4F00-8C52-18EE6CF0A56E}" type="pres">
      <dgm:prSet presAssocID="{88B44FFC-4CD3-415D-A12F-A4694ABC53EB}" presName="node" presStyleLbl="revTx" presStyleIdx="2" presStyleCnt="3">
        <dgm:presLayoutVars>
          <dgm:bulletEnabled val="1"/>
        </dgm:presLayoutVars>
      </dgm:prSet>
      <dgm:spPr/>
    </dgm:pt>
    <dgm:pt modelId="{FAE2EAD1-D384-481A-A50D-BDA7F5799F52}" type="pres">
      <dgm:prSet presAssocID="{59ED621B-5FF7-453C-884F-F348DFB44F59}" presName="sibTrans" presStyleLbl="node1" presStyleIdx="2" presStyleCnt="3"/>
      <dgm:spPr/>
    </dgm:pt>
  </dgm:ptLst>
  <dgm:cxnLst>
    <dgm:cxn modelId="{0C8DE200-4AE1-404B-9D91-38BD0BF5DC4C}" srcId="{A313C563-731C-4576-9ACF-1EE55F03B879}" destId="{67DB06F6-7629-4AA9-B8C8-A3DDA2500C56}" srcOrd="0" destOrd="0" parTransId="{DC7F97A0-10F6-4ED2-8EB3-1273B18F35A1}" sibTransId="{4C09B87D-69F2-4EB2-8442-AD1AFD7F34BC}"/>
    <dgm:cxn modelId="{F487F807-BA6F-4904-A52C-14000ED536AB}" type="presOf" srcId="{59ED621B-5FF7-453C-884F-F348DFB44F59}" destId="{FAE2EAD1-D384-481A-A50D-BDA7F5799F52}" srcOrd="0" destOrd="0" presId="urn:microsoft.com/office/officeart/2005/8/layout/cycle1"/>
    <dgm:cxn modelId="{7EF2DE4F-304D-4082-8BE1-ECF8F4A04859}" type="presOf" srcId="{67DB06F6-7629-4AA9-B8C8-A3DDA2500C56}" destId="{E00ECF88-8154-4D5A-9A9B-1F35F588D4A4}" srcOrd="0" destOrd="0" presId="urn:microsoft.com/office/officeart/2005/8/layout/cycle1"/>
    <dgm:cxn modelId="{42224954-6190-4E98-BD8B-8A413DB3188F}" srcId="{A313C563-731C-4576-9ACF-1EE55F03B879}" destId="{9AA9F5D0-83E3-4CF9-AC79-890275F9995E}" srcOrd="1" destOrd="0" parTransId="{3E16C7D5-AE93-4FA7-9065-B31AA11C7B04}" sibTransId="{F83AB721-259A-45ED-89CA-D65C394B281A}"/>
    <dgm:cxn modelId="{F16E8A8D-E291-4B69-8F21-6C3955B30436}" type="presOf" srcId="{9AA9F5D0-83E3-4CF9-AC79-890275F9995E}" destId="{24331FF9-0470-43F6-A4CA-883BE5EA97A6}" srcOrd="0" destOrd="0" presId="urn:microsoft.com/office/officeart/2005/8/layout/cycle1"/>
    <dgm:cxn modelId="{60AF9A91-DD62-4110-9DDD-1133163B2FD4}" type="presOf" srcId="{88B44FFC-4CD3-415D-A12F-A4694ABC53EB}" destId="{4C921162-069D-4F00-8C52-18EE6CF0A56E}" srcOrd="0" destOrd="0" presId="urn:microsoft.com/office/officeart/2005/8/layout/cycle1"/>
    <dgm:cxn modelId="{CD8733B8-B192-4D9E-8DEB-2C1F3A21E08D}" type="presOf" srcId="{F83AB721-259A-45ED-89CA-D65C394B281A}" destId="{F88CCC70-4670-4523-8E3D-4819523A0CC9}" srcOrd="0" destOrd="0" presId="urn:microsoft.com/office/officeart/2005/8/layout/cycle1"/>
    <dgm:cxn modelId="{3C18A5D0-AA8E-4F57-B54C-2C609D6E97FD}" type="presOf" srcId="{4C09B87D-69F2-4EB2-8442-AD1AFD7F34BC}" destId="{7918D102-F4EF-4A29-8A47-C9F607E14241}" srcOrd="0" destOrd="0" presId="urn:microsoft.com/office/officeart/2005/8/layout/cycle1"/>
    <dgm:cxn modelId="{7B4A1DDF-5A69-4CEC-97AE-8CF60CB35FDE}" srcId="{A313C563-731C-4576-9ACF-1EE55F03B879}" destId="{88B44FFC-4CD3-415D-A12F-A4694ABC53EB}" srcOrd="2" destOrd="0" parTransId="{03B357D2-666E-4E00-ADEE-21C10A7C27F0}" sibTransId="{59ED621B-5FF7-453C-884F-F348DFB44F59}"/>
    <dgm:cxn modelId="{4BC275E6-7F56-412F-9011-64CAD096D19E}" type="presOf" srcId="{A313C563-731C-4576-9ACF-1EE55F03B879}" destId="{156D0E41-FF7F-48AD-A9C1-C226AE9D17BF}" srcOrd="0" destOrd="0" presId="urn:microsoft.com/office/officeart/2005/8/layout/cycle1"/>
    <dgm:cxn modelId="{F220A6BD-96E9-4162-BA02-A632318B4DBE}" type="presParOf" srcId="{156D0E41-FF7F-48AD-A9C1-C226AE9D17BF}" destId="{7215EB61-C15C-49DD-85B7-FB8594338510}" srcOrd="0" destOrd="0" presId="urn:microsoft.com/office/officeart/2005/8/layout/cycle1"/>
    <dgm:cxn modelId="{642274E5-8091-4F2B-8341-D2BC3B499BF1}" type="presParOf" srcId="{156D0E41-FF7F-48AD-A9C1-C226AE9D17BF}" destId="{E00ECF88-8154-4D5A-9A9B-1F35F588D4A4}" srcOrd="1" destOrd="0" presId="urn:microsoft.com/office/officeart/2005/8/layout/cycle1"/>
    <dgm:cxn modelId="{739A400E-4F30-4307-BC9C-800E5759F2DA}" type="presParOf" srcId="{156D0E41-FF7F-48AD-A9C1-C226AE9D17BF}" destId="{7918D102-F4EF-4A29-8A47-C9F607E14241}" srcOrd="2" destOrd="0" presId="urn:microsoft.com/office/officeart/2005/8/layout/cycle1"/>
    <dgm:cxn modelId="{CF46D309-24D8-4A2D-A562-828404A86138}" type="presParOf" srcId="{156D0E41-FF7F-48AD-A9C1-C226AE9D17BF}" destId="{70413651-9F5B-45AF-9B37-1696AE9918E3}" srcOrd="3" destOrd="0" presId="urn:microsoft.com/office/officeart/2005/8/layout/cycle1"/>
    <dgm:cxn modelId="{A16CE0C4-3826-4A73-9646-8BE25AC1C0C5}" type="presParOf" srcId="{156D0E41-FF7F-48AD-A9C1-C226AE9D17BF}" destId="{24331FF9-0470-43F6-A4CA-883BE5EA97A6}" srcOrd="4" destOrd="0" presId="urn:microsoft.com/office/officeart/2005/8/layout/cycle1"/>
    <dgm:cxn modelId="{003FA068-ADDE-4294-9C19-A9E62899417F}" type="presParOf" srcId="{156D0E41-FF7F-48AD-A9C1-C226AE9D17BF}" destId="{F88CCC70-4670-4523-8E3D-4819523A0CC9}" srcOrd="5" destOrd="0" presId="urn:microsoft.com/office/officeart/2005/8/layout/cycle1"/>
    <dgm:cxn modelId="{F019E102-D852-4BCC-A87E-BF9FCF146485}" type="presParOf" srcId="{156D0E41-FF7F-48AD-A9C1-C226AE9D17BF}" destId="{7A11DAF1-3914-48C4-8AFE-8FCE8C655BDC}" srcOrd="6" destOrd="0" presId="urn:microsoft.com/office/officeart/2005/8/layout/cycle1"/>
    <dgm:cxn modelId="{8AFF0DCC-7626-45EF-98C6-BDCF4F7ABA2C}" type="presParOf" srcId="{156D0E41-FF7F-48AD-A9C1-C226AE9D17BF}" destId="{4C921162-069D-4F00-8C52-18EE6CF0A56E}" srcOrd="7" destOrd="0" presId="urn:microsoft.com/office/officeart/2005/8/layout/cycle1"/>
    <dgm:cxn modelId="{5D85B34F-BD71-4877-86DB-2707E3E4F057}" type="presParOf" srcId="{156D0E41-FF7F-48AD-A9C1-C226AE9D17BF}" destId="{FAE2EAD1-D384-481A-A50D-BDA7F5799F52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ECF88-8154-4D5A-9A9B-1F35F588D4A4}">
      <dsp:nvSpPr>
        <dsp:cNvPr id="0" name=""/>
        <dsp:cNvSpPr/>
      </dsp:nvSpPr>
      <dsp:spPr>
        <a:xfrm>
          <a:off x="3802587" y="273328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/>
            <a:t>Graphics</a:t>
          </a:r>
          <a:endParaRPr lang="en-US" sz="2500" kern="1200"/>
        </a:p>
      </dsp:txBody>
      <dsp:txXfrm>
        <a:off x="3802587" y="273328"/>
        <a:ext cx="1393631" cy="1393631"/>
      </dsp:txXfrm>
    </dsp:sp>
    <dsp:sp modelId="{7918D102-F4EF-4A29-8A47-C9F607E14241}">
      <dsp:nvSpPr>
        <dsp:cNvPr id="0" name=""/>
        <dsp:cNvSpPr/>
      </dsp:nvSpPr>
      <dsp:spPr>
        <a:xfrm>
          <a:off x="1677794" y="-1422"/>
          <a:ext cx="3297458" cy="3297458"/>
        </a:xfrm>
        <a:prstGeom prst="circularArrow">
          <a:avLst>
            <a:gd name="adj1" fmla="val 8241"/>
            <a:gd name="adj2" fmla="val 575519"/>
            <a:gd name="adj3" fmla="val 2966592"/>
            <a:gd name="adj4" fmla="val 49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4331FF9-0470-43F6-A4CA-883BE5EA97A6}">
      <dsp:nvSpPr>
        <dsp:cNvPr id="0" name=""/>
        <dsp:cNvSpPr/>
      </dsp:nvSpPr>
      <dsp:spPr>
        <a:xfrm>
          <a:off x="2629708" y="2304815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dirty="0"/>
            <a:t>Turtle</a:t>
          </a:r>
          <a:endParaRPr lang="en-US" sz="2500" b="1" kern="1200" dirty="0"/>
        </a:p>
      </dsp:txBody>
      <dsp:txXfrm>
        <a:off x="2629708" y="2304815"/>
        <a:ext cx="1393631" cy="1393631"/>
      </dsp:txXfrm>
    </dsp:sp>
    <dsp:sp modelId="{F88CCC70-4670-4523-8E3D-4819523A0CC9}">
      <dsp:nvSpPr>
        <dsp:cNvPr id="0" name=""/>
        <dsp:cNvSpPr/>
      </dsp:nvSpPr>
      <dsp:spPr>
        <a:xfrm>
          <a:off x="1677794" y="-1422"/>
          <a:ext cx="3297458" cy="3297458"/>
        </a:xfrm>
        <a:prstGeom prst="circularArrow">
          <a:avLst>
            <a:gd name="adj1" fmla="val 8241"/>
            <a:gd name="adj2" fmla="val 575519"/>
            <a:gd name="adj3" fmla="val 10174592"/>
            <a:gd name="adj4" fmla="val 7257889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C921162-069D-4F00-8C52-18EE6CF0A56E}">
      <dsp:nvSpPr>
        <dsp:cNvPr id="0" name=""/>
        <dsp:cNvSpPr/>
      </dsp:nvSpPr>
      <dsp:spPr>
        <a:xfrm>
          <a:off x="1456828" y="273328"/>
          <a:ext cx="1393631" cy="1393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dirty="0"/>
            <a:t>Open GL</a:t>
          </a:r>
          <a:endParaRPr lang="en-US" sz="2500" kern="1200" dirty="0"/>
        </a:p>
      </dsp:txBody>
      <dsp:txXfrm>
        <a:off x="1456828" y="273328"/>
        <a:ext cx="1393631" cy="1393631"/>
      </dsp:txXfrm>
    </dsp:sp>
    <dsp:sp modelId="{FAE2EAD1-D384-481A-A50D-BDA7F5799F52}">
      <dsp:nvSpPr>
        <dsp:cNvPr id="0" name=""/>
        <dsp:cNvSpPr/>
      </dsp:nvSpPr>
      <dsp:spPr>
        <a:xfrm>
          <a:off x="1677794" y="-1422"/>
          <a:ext cx="3297458" cy="3297458"/>
        </a:xfrm>
        <a:prstGeom prst="circularArrow">
          <a:avLst>
            <a:gd name="adj1" fmla="val 8241"/>
            <a:gd name="adj2" fmla="val 575519"/>
            <a:gd name="adj3" fmla="val 16859277"/>
            <a:gd name="adj4" fmla="val 14965204"/>
            <a:gd name="adj5" fmla="val 9615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98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E36F-2A49-4CC7-2EAB-2C7F17D1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902336-DE4E-5124-D851-E038564D5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F9191-8AE1-8E98-30A0-A6DAFCDF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99752-EAD3-3C58-A753-10C1FCDA1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4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302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FAA5-08DA-6B7A-A3EF-8E0AFED17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1797E-755D-7406-4070-9BF9A69BD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CB915-ABAA-7D33-9BBB-2239C3DF2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79C3B-7B55-4239-A25B-0631D28D5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269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38C9D-05A0-DD8A-12B8-42998FB9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AE2AA3-D98E-E5DD-1521-60D3DC2E82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4826D-05A4-719D-9F53-C2960C5D82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972FB-8B22-AB62-D19F-94E68C200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00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35F0-8055-964C-E622-05E3924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D9FF4-FD95-8371-A650-DAB1D4BAAF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5D9CC-2DD3-51C7-C7E1-ED972A1FC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204CF-3B9A-9579-65BF-167E4CC7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39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9AE51-8B47-C7DB-E4C4-6E9D335A9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BD807-6459-B548-2E53-387EB2322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1B04D-FDB1-B030-4E06-B5736ADD2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E11CC-8C23-8904-5FEE-F030C52D9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5907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8108" y="1633702"/>
            <a:ext cx="9363892" cy="3590596"/>
          </a:xfrm>
        </p:spPr>
        <p:txBody>
          <a:bodyPr>
            <a:normAutofit/>
          </a:bodyPr>
          <a:lstStyle/>
          <a:p>
            <a:r>
              <a:rPr lang="en-US" dirty="0"/>
              <a:t>Computer graphics</a:t>
            </a:r>
            <a:br>
              <a:rPr lang="en-US" dirty="0"/>
            </a:br>
            <a:r>
              <a:rPr lang="en-US" dirty="0"/>
              <a:t>                                    sec2 </a:t>
            </a:r>
            <a:br>
              <a:rPr lang="en-US" dirty="0"/>
            </a:br>
            <a:r>
              <a:rPr lang="en-US" dirty="0"/>
              <a:t>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69BA8-E486-5DD9-9D03-22947E75F7F2}"/>
              </a:ext>
            </a:extLst>
          </p:cNvPr>
          <p:cNvSpPr txBox="1"/>
          <p:nvPr/>
        </p:nvSpPr>
        <p:spPr>
          <a:xfrm>
            <a:off x="9503980" y="5224298"/>
            <a:ext cx="2404241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8F0E3"/>
                </a:solidFill>
                <a:latin typeface="Calibri Light"/>
                <a:ea typeface="Calibri Light"/>
                <a:cs typeface="Calibri Light"/>
              </a:rPr>
              <a:t>DR. Heba ElHadidi</a:t>
            </a:r>
            <a:endParaRPr lang="en-US" sz="2000" dirty="0">
              <a:solidFill>
                <a:srgbClr val="F8F0E3"/>
              </a:solidFill>
              <a:latin typeface="Calibri Light"/>
              <a:ea typeface="Calibri Light"/>
              <a:cs typeface="Calibri Light"/>
            </a:endParaRPr>
          </a:p>
          <a:p>
            <a:pPr marL="0" indent="0" algn="l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8F0E3"/>
                </a:solidFill>
                <a:latin typeface="Calibri Light"/>
                <a:ea typeface="Calibri Light"/>
                <a:cs typeface="Calibri Light"/>
              </a:rPr>
              <a:t>Eng. Nayra Elmahlawy</a:t>
            </a:r>
            <a:endParaRPr lang="en-US" sz="2000" dirty="0">
              <a:solidFill>
                <a:srgbClr val="F8F0E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3430" y="157655"/>
            <a:ext cx="3285140" cy="1164021"/>
          </a:xfrm>
        </p:spPr>
        <p:txBody>
          <a:bodyPr>
            <a:normAutofit/>
          </a:bodyPr>
          <a:lstStyle/>
          <a:p>
            <a:r>
              <a:rPr lang="en-US" dirty="0"/>
              <a:t>Libraries</a:t>
            </a:r>
            <a:endParaRPr lang="en-Z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43E6602-352B-38B9-84A7-B62ACE309CD4}"/>
              </a:ext>
            </a:extLst>
          </p:cNvPr>
          <p:cNvGraphicFramePr>
            <a:graphicFrameLocks noGrp="1"/>
          </p:cNvGraphicFramePr>
          <p:nvPr>
            <p:ph sz="half" idx="14"/>
            <p:extLst>
              <p:ext uri="{D42A27DB-BD31-4B8C-83A1-F6EECF244321}">
                <p14:modId xmlns:p14="http://schemas.microsoft.com/office/powerpoint/2010/main" val="462039782"/>
              </p:ext>
            </p:extLst>
          </p:nvPr>
        </p:nvGraphicFramePr>
        <p:xfrm>
          <a:off x="4624553" y="2270235"/>
          <a:ext cx="6653048" cy="3698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3960"/>
            <a:ext cx="10668000" cy="1325563"/>
          </a:xfrm>
        </p:spPr>
        <p:txBody>
          <a:bodyPr/>
          <a:lstStyle/>
          <a:p>
            <a:pPr algn="ctr"/>
            <a:r>
              <a:rPr lang="en-US" dirty="0"/>
              <a:t>Turtle Library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E69BA-FC91-08A5-671F-B53E6E989C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5951" y="1282080"/>
            <a:ext cx="11020097" cy="4816443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It is a library built into the </a:t>
            </a:r>
            <a:r>
              <a:rPr lang="en-US" sz="2400" b="1" dirty="0"/>
              <a:t>python </a:t>
            </a:r>
            <a:r>
              <a:rPr lang="en-US" sz="2400" dirty="0"/>
              <a:t>programming language and is used to create </a:t>
            </a:r>
            <a:r>
              <a:rPr lang="en-US" sz="2400" b="1" dirty="0"/>
              <a:t>simple Two-Dimensional graphics</a:t>
            </a:r>
            <a:r>
              <a:rPr lang="en-US" sz="2400" dirty="0"/>
              <a:t> such as lines, shapes, and texts.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Is a library with toolkit  which provides simple  and enjoyable way to draw on windows or screen which controlling a graphical entity with coordinates X,Y.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It  provides a representation of a physical </a:t>
            </a:r>
            <a:r>
              <a:rPr lang="ar-EG" sz="2400" b="1" dirty="0"/>
              <a:t>"</a:t>
            </a:r>
            <a:r>
              <a:rPr lang="en-US" sz="2400" b="1" dirty="0"/>
              <a:t>turtle</a:t>
            </a:r>
            <a:r>
              <a:rPr lang="ar-EG" sz="2400" b="1" dirty="0"/>
              <a:t>"</a:t>
            </a:r>
            <a:r>
              <a:rPr lang="en-US" sz="2400" b="1" dirty="0"/>
              <a:t> </a:t>
            </a:r>
            <a:r>
              <a:rPr lang="en-US" sz="2400" dirty="0"/>
              <a:t>(a little robot with a pen) that draws on the floor by moving </a:t>
            </a:r>
            <a:r>
              <a:rPr lang="en-US" sz="2400" b="1" dirty="0"/>
              <a:t>forward</a:t>
            </a:r>
            <a:r>
              <a:rPr lang="en-US" sz="2400" dirty="0"/>
              <a:t> and </a:t>
            </a:r>
            <a:r>
              <a:rPr lang="en-US" sz="2400" b="1" dirty="0"/>
              <a:t>backward</a:t>
            </a:r>
            <a:r>
              <a:rPr lang="en-US" sz="2400" dirty="0"/>
              <a:t>.</a:t>
            </a:r>
            <a:r>
              <a:rPr lang="en-US" sz="2400" b="1" dirty="0"/>
              <a:t> </a:t>
            </a:r>
          </a:p>
          <a:p>
            <a:pPr>
              <a:lnSpc>
                <a:spcPct val="200000"/>
              </a:lnSpc>
            </a:pPr>
            <a:endParaRPr lang="en-US" sz="2400" dirty="0"/>
          </a:p>
          <a:p>
            <a:pPr>
              <a:lnSpc>
                <a:spcPct val="200000"/>
              </a:lnSpc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83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A1A84-8204-0F43-8CC9-14FC53E1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464B-06A7-CCD0-A796-160C9893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33960"/>
            <a:ext cx="10668000" cy="1325563"/>
          </a:xfrm>
        </p:spPr>
        <p:txBody>
          <a:bodyPr/>
          <a:lstStyle/>
          <a:p>
            <a:pPr algn="ctr"/>
            <a:r>
              <a:rPr lang="en-US" dirty="0"/>
              <a:t>Turtle Library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800FBD5-BE45-1DC5-0A86-0D5031881B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5951" y="1282080"/>
            <a:ext cx="11020097" cy="4816443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3200" b="1" dirty="0"/>
              <a:t>Consist of :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TurtleScreen : defines graphics </a:t>
            </a:r>
            <a:r>
              <a:rPr lang="en-US" sz="2400" b="1" dirty="0"/>
              <a:t>windows</a:t>
            </a:r>
            <a:r>
              <a:rPr lang="en-US" sz="2400" dirty="0"/>
              <a:t> that provides a drawing surface for a turtle. </a:t>
            </a:r>
          </a:p>
          <a:p>
            <a:pPr marL="800100" lvl="1" indent="-34290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/>
              <a:t>TurtleObjects : defines Turtle objects which draw on a TurtleScreen. </a:t>
            </a:r>
          </a:p>
          <a:p>
            <a:pPr marL="0" indent="0">
              <a:lnSpc>
                <a:spcPct val="200000"/>
              </a:lnSpc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5F1F2F-8DA6-E63C-9C60-9ABE990C5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26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EB401-2F91-2D90-C859-96484861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B52A7-5C71-6C44-8846-0610053491EE}"/>
              </a:ext>
            </a:extLst>
          </p:cNvPr>
          <p:cNvSpPr txBox="1"/>
          <p:nvPr/>
        </p:nvSpPr>
        <p:spPr>
          <a:xfrm>
            <a:off x="4314496" y="272533"/>
            <a:ext cx="35630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Turtle Screen</a:t>
            </a:r>
            <a:endParaRPr lang="en-US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5DBCED6-5A25-A99F-FF03-7AEFC905F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5609750"/>
              </p:ext>
            </p:extLst>
          </p:nvPr>
        </p:nvGraphicFramePr>
        <p:xfrm>
          <a:off x="1531005" y="1393671"/>
          <a:ext cx="9129988" cy="4318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692636">
                  <a:extLst>
                    <a:ext uri="{9D8B030D-6E8A-4147-A177-3AD203B41FA5}">
                      <a16:colId xmlns:a16="http://schemas.microsoft.com/office/drawing/2014/main" val="1424393001"/>
                    </a:ext>
                  </a:extLst>
                </a:gridCol>
                <a:gridCol w="5437352">
                  <a:extLst>
                    <a:ext uri="{9D8B030D-6E8A-4147-A177-3AD203B41FA5}">
                      <a16:colId xmlns:a16="http://schemas.microsoft.com/office/drawing/2014/main" val="176972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45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Screen(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a function used to show screen.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done( 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Allow user to click a mouse and return where the mouse was clicked as a point 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1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i-FI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setup(</a:t>
                      </a:r>
                      <a:r>
                        <a:rPr lang="fi-FI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width, height, startx, starty</a:t>
                      </a:r>
                      <a:r>
                        <a:rPr lang="fi-FI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to </a:t>
                      </a:r>
                      <a:r>
                        <a:rPr lang="en-US" i="0" dirty="0">
                          <a:solidFill>
                            <a:srgbClr val="444444"/>
                          </a:solidFill>
                          <a:effectLst/>
                          <a:latin typeface="Calibri "/>
                        </a:rPr>
                        <a:t>set the size  and </a:t>
                      </a:r>
                      <a:r>
                        <a:rPr lang="en-US" dirty="0">
                          <a:solidFill>
                            <a:srgbClr val="444444"/>
                          </a:solidFill>
                          <a:latin typeface="Calibri "/>
                        </a:rPr>
                        <a:t>position </a:t>
                      </a:r>
                      <a:r>
                        <a:rPr lang="en-US" i="0" dirty="0">
                          <a:solidFill>
                            <a:srgbClr val="444444"/>
                          </a:solidFill>
                          <a:effectLst/>
                          <a:latin typeface="Calibri "/>
                        </a:rPr>
                        <a:t>of the screen window.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Avenir Next LT Pro (Body)"/>
                        </a:rPr>
                        <a:t>screensize(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Avenir Next LT Pro (Body)"/>
                        </a:rPr>
                        <a:t>width, height, </a:t>
                      </a:r>
                      <a:r>
                        <a:rPr lang="ar-EG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"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Avenir Next LT Pro (Body)"/>
                        </a:rPr>
                        <a:t>c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Avenir Next LT Pro (Body)"/>
                        </a:rPr>
                        <a:t>olor</a:t>
                      </a:r>
                      <a:r>
                        <a:rPr lang="ar-EG" b="0" i="0" dirty="0">
                          <a:solidFill>
                            <a:schemeClr val="tx1"/>
                          </a:solidFill>
                          <a:effectLst/>
                          <a:latin typeface="Avenir Next LT Pro (Body)"/>
                        </a:rPr>
                        <a:t>"</a:t>
                      </a:r>
                      <a:r>
                        <a:rPr lang="en-US" b="1" i="0" dirty="0">
                          <a:solidFill>
                            <a:schemeClr val="tx1"/>
                          </a:solidFill>
                          <a:effectLst/>
                          <a:latin typeface="Avenir Next LT Pro (Body)"/>
                        </a:rPr>
                        <a:t>) </a:t>
                      </a:r>
                      <a:endParaRPr lang="en-US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>
                          <a:solidFill>
                            <a:srgbClr val="444444"/>
                          </a:solidFill>
                          <a:effectLst/>
                          <a:latin typeface="Calibri "/>
                        </a:rPr>
                        <a:t>Is used to set the size of the turtle’s drawing canvas.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37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bgcolor (“</a:t>
                      </a:r>
                      <a:r>
                        <a:rPr lang="en-US" sz="18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color”</a:t>
                      </a:r>
                      <a:r>
                        <a:rPr lang="en-US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 or return background color of the TurtleScreen.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1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bgpic (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“path_picture”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et the corresponding image as background.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08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Clearscreen\clear(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Delete all drawings and all turtles from the TurtleScreen. Reset the now empty TurtleScreen to its initial state.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35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79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8F231-2C70-0155-19FE-7C4A57A83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BDD0BA-4808-0E40-35FD-696DB6C9B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F6A9C-47A2-C3FE-A09B-BDFFD49B05EA}"/>
              </a:ext>
            </a:extLst>
          </p:cNvPr>
          <p:cNvSpPr txBox="1"/>
          <p:nvPr/>
        </p:nvSpPr>
        <p:spPr>
          <a:xfrm>
            <a:off x="3518337" y="252249"/>
            <a:ext cx="4461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Turtle</a:t>
            </a:r>
            <a:endParaRPr lang="en-US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33D6DD-8042-6E6A-AF27-054FC9AFC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119101"/>
              </p:ext>
            </p:extLst>
          </p:nvPr>
        </p:nvGraphicFramePr>
        <p:xfrm>
          <a:off x="1493490" y="1195070"/>
          <a:ext cx="9205020" cy="5161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760661">
                  <a:extLst>
                    <a:ext uri="{9D8B030D-6E8A-4147-A177-3AD203B41FA5}">
                      <a16:colId xmlns:a16="http://schemas.microsoft.com/office/drawing/2014/main" val="1424393001"/>
                    </a:ext>
                  </a:extLst>
                </a:gridCol>
                <a:gridCol w="5444359">
                  <a:extLst>
                    <a:ext uri="{9D8B030D-6E8A-4147-A177-3AD203B41FA5}">
                      <a16:colId xmlns:a16="http://schemas.microsoft.com/office/drawing/2014/main" val="176972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45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Font typeface="Wingdings" panose="05000000000000000000" pitchFamily="2" charset="2"/>
                        <a:buNone/>
                      </a:pPr>
                      <a:r>
                        <a:rPr lang="en-US" b="1" dirty="0"/>
                        <a:t>Turtle (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a function used to draw turtle on the window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>
                        <a:buFont typeface="Wingdings" panose="05000000000000000000" pitchFamily="2" charset="2"/>
                        <a:buNone/>
                      </a:pPr>
                      <a:r>
                        <a:rPr lang="en-US" b="1" dirty="0"/>
                        <a:t>Shape()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Change the shape of mouse to turtle.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05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position ( 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a function that returns the current position of the turtle on the window.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1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Color (</a:t>
                      </a:r>
                      <a:r>
                        <a:rPr lang="en-US" b="0" dirty="0"/>
                        <a:t>pencolor , fillcolor</a:t>
                      </a:r>
                      <a:r>
                        <a:rPr lang="en-US" b="1" dirty="0"/>
                        <a:t>)</a:t>
                      </a:r>
                      <a:endParaRPr lang="fi-FI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Return the current pencolor and the current fillcolor as a pair of color specification strings or tuples, take zero, one or two parameters.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goto \ setpos \ setposition (</a:t>
                      </a:r>
                      <a:r>
                        <a:rPr lang="en-US" b="0" dirty="0"/>
                        <a:t>x , y</a:t>
                      </a:r>
                      <a:r>
                        <a:rPr lang="en-US" b="1" dirty="0"/>
                        <a:t>)</a:t>
                      </a:r>
                      <a:endParaRPr lang="fi-FI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Move turtle to an absolute position and don’t change turtle orientation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07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forward \</a:t>
                      </a:r>
                      <a:r>
                        <a:rPr lang="en-US" b="0" dirty="0"/>
                        <a:t> </a:t>
                      </a:r>
                      <a:r>
                        <a:rPr lang="en-US" b="1" dirty="0"/>
                        <a:t>fd(</a:t>
                      </a:r>
                      <a:r>
                        <a:rPr lang="en-US" b="0" dirty="0"/>
                        <a:t>distance</a:t>
                      </a:r>
                      <a:r>
                        <a:rPr lang="en-US" b="1" dirty="0"/>
                        <a:t>)</a:t>
                      </a:r>
                      <a:endParaRPr lang="en-US" dirty="0">
                        <a:solidFill>
                          <a:schemeClr val="tx1"/>
                        </a:solidFill>
                        <a:latin typeface="Avenir Next LT Pro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moving the turtle forward by specific distance</a:t>
                      </a:r>
                      <a:r>
                        <a:rPr lang="ar-EG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37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backward \ bk (</a:t>
                      </a:r>
                      <a:r>
                        <a:rPr lang="en-US" b="0" dirty="0"/>
                        <a:t>distance</a:t>
                      </a:r>
                      <a:r>
                        <a:rPr lang="en-US" b="1" dirty="0"/>
                        <a:t>)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moving the turtle backward by specific distance</a:t>
                      </a:r>
                      <a:r>
                        <a:rPr lang="ar-EG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41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right \ rt (</a:t>
                      </a:r>
                      <a:r>
                        <a:rPr lang="en-US" b="0" dirty="0"/>
                        <a:t>angel</a:t>
                      </a:r>
                      <a:r>
                        <a:rPr lang="en-US" b="1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Turn turtle right by angle units.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083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left \ lt(</a:t>
                      </a:r>
                      <a:r>
                        <a:rPr lang="en-US" b="0" dirty="0"/>
                        <a:t>angel</a:t>
                      </a:r>
                      <a:r>
                        <a:rPr lang="en-US" b="1" dirty="0"/>
                        <a:t>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Turn turtle left by angle units.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835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hideturtle()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Hide the turtle after you're done.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873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7135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1C2FB-8AA3-C3FE-F2AF-406C06968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880FAE-F8AD-E6FE-9692-B586BDF2C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FCA8E5-DE4A-1D4A-6A95-91864405CD7A}"/>
              </a:ext>
            </a:extLst>
          </p:cNvPr>
          <p:cNvSpPr txBox="1"/>
          <p:nvPr/>
        </p:nvSpPr>
        <p:spPr>
          <a:xfrm>
            <a:off x="3865178" y="600748"/>
            <a:ext cx="4461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Pen</a:t>
            </a:r>
            <a:endParaRPr lang="en-US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62D9141-48AC-468D-C856-6ADB27296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785639"/>
              </p:ext>
            </p:extLst>
          </p:nvPr>
        </p:nvGraphicFramePr>
        <p:xfrm>
          <a:off x="1531005" y="2006344"/>
          <a:ext cx="9129988" cy="2494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429878">
                  <a:extLst>
                    <a:ext uri="{9D8B030D-6E8A-4147-A177-3AD203B41FA5}">
                      <a16:colId xmlns:a16="http://schemas.microsoft.com/office/drawing/2014/main" val="1424393001"/>
                    </a:ext>
                  </a:extLst>
                </a:gridCol>
                <a:gridCol w="5700110">
                  <a:extLst>
                    <a:ext uri="{9D8B030D-6E8A-4147-A177-3AD203B41FA5}">
                      <a16:colId xmlns:a16="http://schemas.microsoft.com/office/drawing/2014/main" val="176972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45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pencolor(“</a:t>
                      </a: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color</a:t>
                      </a:r>
                      <a:r>
                        <a:rPr lang="en-US" sz="1800" b="1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”)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color-string or color-tuple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pensize (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width</a:t>
                      </a: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) = width ( )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  <a:p>
                      <a:pPr algn="l">
                        <a:buFont typeface="Wingdings" panose="05000000000000000000" pitchFamily="2" charset="2"/>
                        <a:buChar char="q"/>
                      </a:pP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Set the line thickness to </a:t>
                      </a:r>
                      <a:r>
                        <a:rPr kumimoji="0" 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width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 or return it.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1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penup\up\pu ( )</a:t>
                      </a:r>
                      <a:endParaRPr lang="fi-FI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Pull the pen up – no drawing when moving.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pendown\down\pd ( )</a:t>
                      </a:r>
                      <a:endParaRPr lang="fi-FI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Century Gothic" panose="020B0502020202020204"/>
                          <a:ea typeface="+mn-ea"/>
                          <a:cs typeface="+mn-cs"/>
                        </a:rPr>
                        <a:t>Pull the pen down – drawing when moving</a:t>
                      </a:r>
                      <a:endParaRPr kumimoji="0" 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Century Gothic" panose="020B0502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07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speed(</a:t>
                      </a: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number</a:t>
                      </a:r>
                      <a:r>
                        <a:rPr lang="en-US" sz="1800" b="1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)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dirty="0">
                          <a:solidFill>
                            <a:srgbClr val="222222"/>
                          </a:solidFill>
                          <a:effectLst/>
                          <a:latin typeface="Lucida Grande"/>
                        </a:rPr>
                        <a:t>number in range 0-10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637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31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F1719-ADBE-0C91-110B-1640763B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DD098-CB97-C01F-BB04-DAB64CE1E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30501-3D8F-E24B-DDEE-6CAAF276D70C}"/>
              </a:ext>
            </a:extLst>
          </p:cNvPr>
          <p:cNvSpPr txBox="1"/>
          <p:nvPr/>
        </p:nvSpPr>
        <p:spPr>
          <a:xfrm>
            <a:off x="3865178" y="600748"/>
            <a:ext cx="4461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Shapes</a:t>
            </a:r>
            <a:endParaRPr lang="en-US" sz="4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EA815DF-E442-3BA6-E86C-93CB01049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76962"/>
              </p:ext>
            </p:extLst>
          </p:nvPr>
        </p:nvGraphicFramePr>
        <p:xfrm>
          <a:off x="1531005" y="2006344"/>
          <a:ext cx="9129988" cy="241343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251202">
                  <a:extLst>
                    <a:ext uri="{9D8B030D-6E8A-4147-A177-3AD203B41FA5}">
                      <a16:colId xmlns:a16="http://schemas.microsoft.com/office/drawing/2014/main" val="1424393001"/>
                    </a:ext>
                  </a:extLst>
                </a:gridCol>
                <a:gridCol w="5878786">
                  <a:extLst>
                    <a:ext uri="{9D8B030D-6E8A-4147-A177-3AD203B41FA5}">
                      <a16:colId xmlns:a16="http://schemas.microsoft.com/office/drawing/2014/main" val="1769725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045498"/>
                  </a:ext>
                </a:extLst>
              </a:tr>
              <a:tr h="559231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b="1" dirty="0"/>
                        <a:t>dot (</a:t>
                      </a:r>
                      <a:r>
                        <a:rPr lang="en-US" b="0" dirty="0"/>
                        <a:t>size, color</a:t>
                      </a:r>
                      <a:r>
                        <a:rPr lang="en-US" b="1" dirty="0"/>
                        <a:t>)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 a circular dot with diameter </a:t>
                      </a:r>
                      <a:r>
                        <a:rPr lang="en-US" i="1" dirty="0"/>
                        <a:t>size</a:t>
                      </a:r>
                      <a:r>
                        <a:rPr lang="en-US" dirty="0"/>
                        <a:t>, using </a:t>
                      </a:r>
                      <a:r>
                        <a:rPr lang="en-US" i="1" dirty="0"/>
                        <a:t>color.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985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b="1" dirty="0"/>
                        <a:t>circle (</a:t>
                      </a:r>
                      <a:r>
                        <a:rPr lang="en-US" b="0" dirty="0"/>
                        <a:t>radius, extent, steps</a:t>
                      </a:r>
                      <a:r>
                        <a:rPr lang="en-US" b="1" dirty="0"/>
                        <a:t>) 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Draw a circle with given radius.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513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b="1" dirty="0"/>
                        <a:t>fillcolor (“</a:t>
                      </a:r>
                      <a:r>
                        <a:rPr lang="en-US" b="0" dirty="0"/>
                        <a:t>color</a:t>
                      </a:r>
                      <a:r>
                        <a:rPr lang="en-US" b="1" dirty="0"/>
                        <a:t>”)</a:t>
                      </a:r>
                      <a:endParaRPr lang="en-US" sz="1800" b="0" i="0" dirty="0">
                        <a:solidFill>
                          <a:srgbClr val="222222"/>
                        </a:solidFill>
                        <a:effectLst/>
                        <a:latin typeface="Lucida Grande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Return or set the fillcolor it can be string or rgb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633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begin_fill(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 be called just before drawing a shape to be filled.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513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end_fill ( )</a:t>
                      </a:r>
                      <a:endParaRPr lang="fi-FI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Fill the shape drawn after the last call to begin_fill( 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007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14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E0306-AC64-C251-52A6-44F09A7DF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433" y="1164935"/>
            <a:ext cx="6856292" cy="3590596"/>
          </a:xfrm>
        </p:spPr>
        <p:txBody>
          <a:bodyPr/>
          <a:lstStyle/>
          <a:p>
            <a:pPr algn="ctr"/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2457583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B2170-2CD4-EEBF-8284-6B172ED7E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D56404-5954-76EF-0F2B-00EFAF9B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CD0A4-9D4D-B42C-740F-74B24D393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5179" y="0"/>
            <a:ext cx="77616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19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289" y="2697035"/>
            <a:ext cx="5528217" cy="146393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{46D00309-495E-4B4B-A026-5D8E77524CFB}tf33968143_win32</Template>
  <TotalTime>362</TotalTime>
  <Words>601</Words>
  <Application>Microsoft Office PowerPoint</Application>
  <PresentationFormat>Widescreen</PresentationFormat>
  <Paragraphs>101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Avenir Next LT Pro</vt:lpstr>
      <vt:lpstr>Avenir Next LT Pro (Body)</vt:lpstr>
      <vt:lpstr>Calibri</vt:lpstr>
      <vt:lpstr>Calibri </vt:lpstr>
      <vt:lpstr>Calibri Light</vt:lpstr>
      <vt:lpstr>Century Gothic</vt:lpstr>
      <vt:lpstr>Lucida Grande</vt:lpstr>
      <vt:lpstr>Wingdings</vt:lpstr>
      <vt:lpstr>Custom</vt:lpstr>
      <vt:lpstr>Computer graphics                                     sec2      </vt:lpstr>
      <vt:lpstr>Libraries</vt:lpstr>
      <vt:lpstr>Turtle Library</vt:lpstr>
      <vt:lpstr>Turtle Library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sahar magdy</dc:creator>
  <cp:lastModifiedBy>sahar magdy</cp:lastModifiedBy>
  <cp:revision>2</cp:revision>
  <dcterms:created xsi:type="dcterms:W3CDTF">2025-02-22T11:57:33Z</dcterms:created>
  <dcterms:modified xsi:type="dcterms:W3CDTF">2025-02-22T20:42:23Z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